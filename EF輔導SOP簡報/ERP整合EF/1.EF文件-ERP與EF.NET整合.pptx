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  <p:sldMasterId id="2147483669" r:id="rId4"/>
    <p:sldMasterId id="2147483679" r:id="rId5"/>
    <p:sldMasterId id="2147483690" r:id="rId6"/>
    <p:sldMasterId id="2147483701" r:id="rId7"/>
    <p:sldMasterId id="2147483712" r:id="rId8"/>
  </p:sldMasterIdLst>
  <p:notesMasterIdLst>
    <p:notesMasterId r:id="rId23"/>
  </p:notesMasterIdLst>
  <p:handoutMasterIdLst>
    <p:handoutMasterId r:id="rId71"/>
  </p:handoutMasterIdLst>
  <p:sldIdLst>
    <p:sldId id="624" r:id="rId9"/>
    <p:sldId id="625" r:id="rId10"/>
    <p:sldId id="626" r:id="rId11"/>
    <p:sldId id="627" r:id="rId12"/>
    <p:sldId id="628" r:id="rId13"/>
    <p:sldId id="631" r:id="rId14"/>
    <p:sldId id="629" r:id="rId15"/>
    <p:sldId id="632" r:id="rId16"/>
    <p:sldId id="633" r:id="rId17"/>
    <p:sldId id="715" r:id="rId18"/>
    <p:sldId id="716" r:id="rId19"/>
    <p:sldId id="717" r:id="rId20"/>
    <p:sldId id="718" r:id="rId21"/>
    <p:sldId id="719" r:id="rId22"/>
    <p:sldId id="720" r:id="rId24"/>
    <p:sldId id="721" r:id="rId25"/>
    <p:sldId id="722" r:id="rId26"/>
    <p:sldId id="723" r:id="rId27"/>
    <p:sldId id="726" r:id="rId28"/>
    <p:sldId id="730" r:id="rId29"/>
    <p:sldId id="728" r:id="rId30"/>
    <p:sldId id="729" r:id="rId31"/>
    <p:sldId id="742" r:id="rId32"/>
    <p:sldId id="736" r:id="rId33"/>
    <p:sldId id="724" r:id="rId34"/>
    <p:sldId id="731" r:id="rId35"/>
    <p:sldId id="732" r:id="rId36"/>
    <p:sldId id="733" r:id="rId37"/>
    <p:sldId id="734" r:id="rId38"/>
    <p:sldId id="799" r:id="rId39"/>
    <p:sldId id="735" r:id="rId40"/>
    <p:sldId id="850" r:id="rId41"/>
    <p:sldId id="851" r:id="rId42"/>
    <p:sldId id="852" r:id="rId43"/>
    <p:sldId id="853" r:id="rId44"/>
    <p:sldId id="855" r:id="rId45"/>
    <p:sldId id="863" r:id="rId46"/>
    <p:sldId id="857" r:id="rId47"/>
    <p:sldId id="858" r:id="rId48"/>
    <p:sldId id="859" r:id="rId49"/>
    <p:sldId id="861" r:id="rId50"/>
    <p:sldId id="862" r:id="rId51"/>
    <p:sldId id="864" r:id="rId52"/>
    <p:sldId id="865" r:id="rId53"/>
    <p:sldId id="868" r:id="rId54"/>
    <p:sldId id="869" r:id="rId55"/>
    <p:sldId id="870" r:id="rId56"/>
    <p:sldId id="871" r:id="rId57"/>
    <p:sldId id="872" r:id="rId58"/>
    <p:sldId id="867" r:id="rId59"/>
    <p:sldId id="740" r:id="rId60"/>
    <p:sldId id="874" r:id="rId61"/>
    <p:sldId id="875" r:id="rId62"/>
    <p:sldId id="876" r:id="rId63"/>
    <p:sldId id="877" r:id="rId64"/>
    <p:sldId id="878" r:id="rId65"/>
    <p:sldId id="880" r:id="rId66"/>
    <p:sldId id="887" r:id="rId67"/>
    <p:sldId id="881" r:id="rId68"/>
    <p:sldId id="739" r:id="rId69"/>
    <p:sldId id="630" r:id="rId70"/>
  </p:sldIdLst>
  <p:sldSz cx="9144000" cy="5143500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FontTx/>
      <a:buNone/>
      <a:defRPr sz="2400" b="1" i="0" u="none" kern="1200" baseline="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FontTx/>
      <a:buNone/>
      <a:defRPr sz="2400" b="1" i="0" u="none" kern="1200" baseline="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FontTx/>
      <a:buNone/>
      <a:defRPr sz="2400" b="1" i="0" u="none" kern="1200" baseline="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FontTx/>
      <a:buNone/>
      <a:defRPr sz="2400" b="1" i="0" u="none" kern="1200" baseline="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FontTx/>
      <a:buNone/>
      <a:defRPr sz="2400" b="1" i="0" u="none" kern="1200" baseline="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FontTx/>
      <a:buNone/>
      <a:defRPr sz="2400" b="1" i="0" u="none" kern="1200" baseline="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S001" initials="R" lastIdx="8" clrIdx="0"/>
  <p:cmAuthor id="2" name="x230" initials="x" lastIdx="1" clrIdx="0"/>
  <p:cmAuthor id="3" name="未知的使用者17" initials="未" lastIdx="8" clrIdx="0"/>
  <p:cmAuthor id="4" name="未知的使用者18" initials="未" lastIdx="1" clrIdx="0"/>
  <p:cmAuthor id="5" name="未知的使用者15" initials="未" lastIdx="1" clrIdx="0"/>
  <p:cmAuthor id="6" name="elfinhsu" initials="e" lastIdx="1" clrIdx="0"/>
  <p:cmAuthor id="7" name="P1063cindychen" initials="P" lastIdx="6" clrIdx="0"/>
  <p:cmAuthor id="8" name="Daniel Wuu" initials="D" lastIdx="1" clrIdx="0"/>
  <p:cmAuthor id="9" name="px" initials="p" lastIdx="3" clrIdx="1"/>
  <p:cmAuthor id="10" name="未知的使用者5" initials="未" lastIdx="10" clrIdx="0"/>
  <p:cmAuthor id="11" name="未知的使用者6" initials="未" lastIdx="1" clrIdx="0"/>
  <p:cmAuthor id="12" name="guocc" initials="g" lastIdx="1" clrIdx="1"/>
  <p:cmAuthor id="13" name="作者" initials="作" lastIdx="0" clrIdx="1"/>
  <p:cmAuthor id="14" name="微软用户" initials="微" lastIdx="1" clrIdx="0"/>
  <p:cmAuthor id="15" name="Cindy-NB" initials="C" lastIdx="1" clrIdx="0"/>
  <p:cmAuthor id="16" name="Louis Lu" initials="L" lastIdx="5" clrIdx="1"/>
  <p:cmAuthor id="17" name="孙立东" initials="孙" lastIdx="1" clrIdx="0"/>
  <p:cmAuthor id="18" name="未知用户4" initials="未" lastIdx="1" clrIdx="0"/>
  <p:cmAuthor id="19" name="rita" initials="r" lastIdx="1" clrIdx="1"/>
  <p:cmAuthor id="20" name="Kevin Hu" initials="K" lastIdx="1" clrIdx="0"/>
  <p:cmAuthor id="21" name="Neno Loje" initials="N" lastIdx="1" clrIdx="0"/>
  <p:cmAuthor id="22" name="Unknown User1" initials="U" lastIdx="1" clrIdx="0"/>
  <p:cmAuthor id="23" name="未知用户1" initials="未" lastIdx="1" clrIdx="0"/>
  <p:cmAuthor id="24" name="未知的使用者4" initials="未" lastIdx="1" clrIdx="0"/>
  <p:cmAuthor id="25" name="未知的使用者1" initials="未" lastIdx="8" clrIdx="0"/>
  <p:cmAuthor id="26" name="未知的使用者2" initials="未" lastIdx="1" clrIdx="0"/>
  <p:cmAuthor id="27" name="LiuHui" initials="L" lastIdx="1" clrIdx="0"/>
  <p:cmAuthor id="28" name="AbuSina" initials="A" lastIdx="2" clrIdx="0"/>
  <p:cmAuthor id="29" name="lilan" initials="l" lastIdx="1" clrIdx="0"/>
  <p:cmAuthor id="30" name="未知的使用者19" initials="未" lastIdx="8" clrIdx="0"/>
  <p:cmAuthor id="31" name="未知的使用者20" initials="未" lastIdx="1" clrIdx="0"/>
  <p:cmAuthor id="32" name="未知的使用者21" initials="未" lastIdx="1" clrIdx="0"/>
  <p:cmAuthor id="33" name="Charley" initials="C" lastIdx="1" clrIdx="0"/>
  <p:cmAuthor id="34" name="August" initials="A" lastIdx="1" clrIdx="0"/>
  <p:cmAuthor id="35" name="未知的使用者7" initials="未" lastIdx="1" clrIdx="0"/>
  <p:cmAuthor id="36" name="未知的使用者24" initials="未" lastIdx="10" clrIdx="0"/>
  <p:cmAuthor id="37" name="未知的使用者25" initials="未" lastIdx="1" clrIdx="0"/>
  <p:cmAuthor id="38" name="未知的使用者26" initials="未" lastIdx="1" clrIdx="0"/>
  <p:cmAuthor id="39" name="未知的使用者30" initials="未" lastIdx="8" clrIdx="0"/>
  <p:cmAuthor id="40" name="未知的使用者31" initials="未" lastIdx="1" clrIdx="0"/>
  <p:cmAuthor id="41" name="未知的使用者32" initials="未" lastIdx="1" clrIdx="0"/>
  <p:cmAuthor id="42" name="未知的使用者22" initials="未" lastIdx="8" clrIdx="0"/>
  <p:cmAuthor id="43" name="未知的使用者23" initials="未" lastIdx="1" clrIdx="0"/>
  <p:cmAuthor id="44" name="Deanna Schuler (Bookey Consulting)" initials="D" lastIdx="2" clrIdx="0"/>
  <p:cmAuthor id="45" name="Wenwen" initials="W" lastIdx="1" clrIdx="1"/>
  <p:cmAuthor id="46" name="未知用户8" initials="未" lastIdx="1" clrIdx="0"/>
  <p:cmAuthor id="47" name="未知用户9" initials="未" lastIdx="1" clrIdx="0"/>
  <p:cmAuthor id="48" name="未知的使用者10" initials="未" lastIdx="1" clrIdx="0"/>
  <p:cmAuthor id="49" name="未知的使用者11" initials="未" lastIdx="1" clrIdx="0"/>
  <p:cmAuthor id="50" name="Unknown User7" initials="U" lastIdx="1" clrIdx="0"/>
  <p:cmAuthor id="51" name="Unknown User8" initials="U" lastIdx="1" clrIdx="0"/>
  <p:cmAuthor id="52" name="未知的使用者8" initials="未" lastIdx="1" clrIdx="0"/>
  <p:cmAuthor id="53" name="未知的使用者27" initials="未" lastIdx="8" clrIdx="0"/>
  <p:cmAuthor id="54" name="未知的使用者28" initials="未" lastIdx="1" clrIdx="0"/>
  <p:cmAuthor id="55" name="未知的使用者29" initials="未" lastIdx="1" clrIdx="0"/>
  <p:cmAuthor id="56" name="未知用户15" initials="未" lastIdx="1" clrIdx="0"/>
  <p:cmAuthor id="57" name="未知用户19" initials="未" lastIdx="1" clrIdx="0"/>
  <p:cmAuthor id="58" name="Administrator" initials="A" lastIdx="1" clrIdx="0"/>
  <p:cmAuthor id="59" name="未知用户13" initials="未" lastIdx="1" clrIdx="0"/>
  <p:cmAuthor id="60" name="未知用户14" initials="未" lastIdx="1" clrIdx="0"/>
  <p:cmAuthor id="61" name="Jason Wang" initials="J" lastIdx="1" clrIdx="0"/>
  <p:cmAuthor id="62" name="未知的使用者51" initials="未" lastIdx="10" clrIdx="0"/>
  <p:cmAuthor id="63" name="未知的使用者53" initials="未" lastIdx="1" clrIdx="0"/>
  <p:cmAuthor id="64" name="未知的使用者46" initials="未" lastIdx="1" clrIdx="1"/>
  <p:cmAuthor id="65" name="未知用户5" initials="未" lastIdx="1" clrIdx="0"/>
  <p:cmAuthor id="66" name="未知的使用者9" initials="未" lastIdx="1" clrIdx="0"/>
  <p:cmAuthor id="67" name="周元元" initials="周" lastIdx="5" clrIdx="0"/>
  <p:cmAuthor id="68" name="Sky123.Org" initials="S" lastIdx="1" clrIdx="0"/>
  <p:cmAuthor id="69" name="未知的使用者41" initials="未" lastIdx="5" clrIdx="1"/>
  <p:cmAuthor id="70" name="未知的使用者42" initials="未" lastIdx="1" clrIdx="1"/>
  <p:cmAuthor id="71" name="LeeElva" initials="L" lastIdx="1" clrIdx="0"/>
  <p:cmAuthor id="72" name="P00035_jeremy" initials="P" lastIdx="1" clrIdx="0"/>
  <p:cmAuthor id="73" name="廖麗華" initials="廖" lastIdx="1" clrIdx="0"/>
  <p:cmAuthor id="74" name="未知的使用者12" initials="未" lastIdx="1" clrIdx="0"/>
  <p:cmAuthor id="75" name="qihua-DCMS" initials="q" lastIdx="0" clrIdx="0"/>
  <p:cmAuthor id="76" name="mm" initials="m" lastIdx="1" clrIdx="0"/>
  <p:cmAuthor id="77" name="Evonlin" initials="E" lastIdx="2" clrIdx="2"/>
  <p:cmAuthor id="78" name="未知的使用者39" initials="未" lastIdx="10" clrIdx="0"/>
  <p:cmAuthor id="79" name="未知的使用者34" initials="未" lastIdx="1" clrIdx="0"/>
  <p:cmAuthor id="80" name="未知的使用者35" initials="未" lastIdx="1" clrIdx="0"/>
  <p:cmAuthor id="81" name="未知的使用者36" initials="未" lastIdx="2" clrIdx="0"/>
  <p:cmAuthor id="82" name="未知的使用者37" initials="未" lastIdx="1" clrIdx="1"/>
  <p:cmAuthor id="83" name="未知的使用者38" initials="未" lastIdx="1" clrIdx="0"/>
  <p:cmAuthor id="84" name="未知的使用者13" initials="未" lastIdx="1" clrIdx="0"/>
  <p:cmAuthor id="85" name="未知的使用者14" initials="未" lastIdx="2" clrIdx="0"/>
  <p:cmAuthor id="86" name="未知的使用者3" initials="未" lastIdx="0" clrIdx="1"/>
  <p:cmAuthor id="87" name="未知用户18" initials="未" lastIdx="10" clrIdx="0"/>
  <p:cmAuthor id="88" name="未知用户21" initials="未" lastIdx="1" clrIdx="0"/>
  <p:cmAuthor id="89" name="YUMINGNJ" initials="Y" lastIdx="3" clrIdx="0"/>
  <p:cmAuthor id="90" name="daphne" initials="d" lastIdx="1" clrIdx="0"/>
  <p:cmAuthor id="91" name="未知用户25" initials="未" lastIdx="1" clrIdx="0"/>
  <p:cmAuthor id="92" name="未知用户28" initials="未" lastIdx="5" clrIdx="1"/>
  <p:cmAuthor id="93" name="未知用户27" initials="未" lastIdx="1" clrIdx="1"/>
  <p:cmAuthor id="94" name="未知用户12" initials="未" lastIdx="8" clrIdx="0"/>
  <p:cmAuthor id="95" name="王鹏凯" initials="王" lastIdx="1" clrIdx="0"/>
  <p:cmAuthor id="96" name="Saku Uchikawa" initials="S" lastIdx="11" clrIdx="0"/>
  <p:cmAuthor id="97" name="張秀娟" initials="張" lastIdx="1" clrIdx="2"/>
  <p:cmAuthor id="98" name="qiantong" initials="q" lastIdx="3" clrIdx="1"/>
  <p:cmAuthor id="99" name="116304" initials="1" lastIdx="1" clrIdx="1"/>
  <p:cmAuthor id="100" name="未知的使用者16" initials="未" lastIdx="6" clrIdx="0"/>
  <p:cmAuthor id="101" name="唐可欣" initials="唐" lastIdx="1" clrIdx="0"/>
  <p:cmAuthor id="102" name="未知的使用者33" initials="未" lastIdx="1" clrIdx="0"/>
  <p:cmAuthor id="103" name="未知用户22" initials="未" lastIdx="1" clrIdx="0"/>
  <p:cmAuthor id="104" name="未知用户24" initials="未" lastIdx="1" clrIdx="0"/>
  <p:cmAuthor id="105" name="yuanzh" initials="y" lastIdx="1" clrIdx="1"/>
  <p:cmAuthor id="106" name="曾红" initials="曾" lastIdx="0" clrIdx="0"/>
  <p:cmAuthor id="107" name="未知用户16" initials="未" lastIdx="1" clrIdx="0"/>
  <p:cmAuthor id="108" name="未知用户17" initials="未" lastIdx="0" clrIdx="1"/>
  <p:cmAuthor id="109" name="未知的使用者56" initials="未" lastIdx="6" clrIdx="0"/>
  <p:cmAuthor id="110" name="未知的使用者61" initials="未" lastIdx="1" clrIdx="0"/>
  <p:cmAuthor id="111" name="未知的使用者62" initials="未" lastIdx="1" clrIdx="1"/>
  <p:cmAuthor id="112" name="未知的使用者58" initials="未" lastIdx="1" clrIdx="0"/>
  <p:cmAuthor id="113" name="未知的使用者59" initials="未" lastIdx="1" clrIdx="0"/>
  <p:cmAuthor id="114" name="maxine" initials="m" lastIdx="0" clrIdx="0"/>
  <p:cmAuthor id="115" name="MA15" initials="M" lastIdx="1" clrIdx="0"/>
  <p:cmAuthor id="116" name="Harry xu" initials="H" lastIdx="1" clrIdx="0"/>
  <p:cmAuthor id="117" name="Chun Chung YEH" initials="C" lastIdx="2" clrIdx="0"/>
  <p:cmAuthor id="118" name="user" initials="u" lastIdx="1" clrIdx="75"/>
  <p:cmAuthor id="119" name="未知的使用者44" initials="未" lastIdx="6" clrIdx="0"/>
  <p:cmAuthor id="120" name="未知的使用者43" initials="未" lastIdx="1" clrIdx="0"/>
  <p:cmAuthor id="121" name="Kent" initials="K" lastIdx="2" clrIdx="0"/>
  <p:cmAuthor id="122" name="留毓吟" initials="留" lastIdx="1" clrIdx="0"/>
  <p:cmAuthor id="123" name="未知用户112" initials="未" lastIdx="1" clrIdx="0"/>
  <p:cmAuthor id="124" name="未知用户113" initials="未" lastIdx="5" clrIdx="1"/>
  <p:cmAuthor id="125" name="未知用户111" initials="未" lastIdx="1" clrIdx="1"/>
  <p:cmAuthor id="126" name="未知用户106" initials="未" lastIdx="1" clrIdx="0"/>
  <p:cmAuthor id="127" name="未知用户95" initials="未" lastIdx="1" clrIdx="0"/>
  <p:cmAuthor id="128" name="未知用户96" initials="未" lastIdx="1" clrIdx="0"/>
  <p:cmAuthor id="129" name="未知用户97" initials="未" lastIdx="2" clrIdx="0"/>
  <p:cmAuthor id="130" name="未知用户98" initials="未" lastIdx="8" clrIdx="0"/>
  <p:cmAuthor id="131" name="未知用户99" initials="未" lastIdx="8" clrIdx="0"/>
  <p:cmAuthor id="132" name="未知用户100" initials="未" lastIdx="1" clrIdx="0"/>
  <p:cmAuthor id="133" name="未知用户101" initials="未" lastIdx="1" clrIdx="0"/>
  <p:cmAuthor id="134" name="未知用户26" initials="未" lastIdx="1" clrIdx="0"/>
  <p:cmAuthor id="135" name="未知用户102" initials="未" lastIdx="10" clrIdx="0"/>
  <p:cmAuthor id="136" name="未知用户23" initials="未" lastIdx="1" clrIdx="0"/>
  <p:cmAuthor id="137" name="未知用户29" initials="未" lastIdx="1" clrIdx="0"/>
  <p:cmAuthor id="138" name="未知用户30" initials="未" lastIdx="2" clrIdx="0"/>
  <p:cmAuthor id="139" name="未知用户31" initials="未" lastIdx="1" clrIdx="1"/>
  <p:cmAuthor id="140" name="未知用户32" initials="未" lastIdx="1" clrIdx="0"/>
  <p:cmAuthor id="141" name="未知用户33" initials="未" lastIdx="1" clrIdx="0"/>
  <p:cmAuthor id="142" name="未知用户34" initials="未" lastIdx="2" clrIdx="0"/>
  <p:cmAuthor id="143" name="未知用户42" initials="未" lastIdx="1" clrIdx="0"/>
  <p:cmAuthor id="144" name="Shawna Strickland" initials="S" lastIdx="2" clrIdx="0"/>
  <p:cmAuthor id="145" name="Ashley Eberenz" initials="A" lastIdx="7" clrIdx="1"/>
  <p:cmAuthor id="146" name="Mary Feil-Jacobs" initials="M" lastIdx="43" clrIdx="1"/>
  <p:cmAuthor id="147" name="未知用户35" initials="未" lastIdx="1" clrIdx="0"/>
  <p:cmAuthor id="148" name="未知用户36" initials="未" lastIdx="1" clrIdx="0"/>
  <p:cmAuthor id="149" name="未知用户37" initials="未" lastIdx="1" clrIdx="0"/>
  <p:cmAuthor id="150" name="未知的使用者120" initials="未" lastIdx="1" clrIdx="0"/>
  <p:cmAuthor id="151" name="未知的使用者109" initials="未" lastIdx="5" clrIdx="1"/>
  <p:cmAuthor id="152" name="未知的使用者110" initials="未" lastIdx="1" clrIdx="1"/>
  <p:cmAuthor id="153" name="未知的使用者111" initials="未" lastIdx="1" clrIdx="0"/>
  <p:cmAuthor id="154" name="未知的使用者121" initials="未" lastIdx="1" clrIdx="0"/>
  <p:cmAuthor id="155" name="thomas" initials="t" lastIdx="1" clrIdx="49"/>
  <p:cmAuthor id="156" name="未知的使用者113" initials="未" lastIdx="1" clrIdx="0"/>
  <p:cmAuthor id="157" name="未知的使用者122" initials="未" lastIdx="1" clrIdx="0"/>
  <p:cmAuthor id="158" name="未知的使用者123" initials="未" lastIdx="8" clrIdx="0"/>
  <p:cmAuthor id="159" name="未知的使用者124" initials="未" lastIdx="8" clrIdx="0"/>
  <p:cmAuthor id="160" name="未知的使用者125" initials="未" lastIdx="1" clrIdx="0"/>
  <p:cmAuthor id="161" name="未知的使用者118" initials="未" lastIdx="1" clrIdx="0"/>
  <p:cmAuthor id="162" name="未知的使用者126" initials="未" lastIdx="1" clrIdx="0"/>
  <p:cmAuthor id="163" name="未知用户57" initials="未" lastIdx="1" clrIdx="0"/>
  <p:cmAuthor id="164" name="未知用户58" initials="未" lastIdx="5" clrIdx="1"/>
  <p:cmAuthor id="165" name="未知用户59" initials="未" lastIdx="0" clrIdx="1"/>
  <p:cmAuthor id="166" name="yuexuejun" initials="y" lastIdx="3" clrIdx="0"/>
  <p:cmAuthor id="167" name="未知的使用者74" initials="未" lastIdx="8" clrIdx="0"/>
  <p:cmAuthor id="168" name="未知的使用者76" initials="未" lastIdx="1" clrIdx="0"/>
  <p:cmAuthor id="169" name="未知的使用者70" initials="未" lastIdx="1" clrIdx="0"/>
  <p:cmAuthor id="170" name="未知的使用者73" initials="未" lastIdx="1" clrIdx="0"/>
  <p:cmAuthor id="171" name="朱晓瑜" initials="朱" lastIdx="54" clrIdx="0"/>
  <p:cmAuthor id="172" name="djj" initials="d" lastIdx="2" clrIdx="0"/>
  <p:cmAuthor id="173" name="lianghb" initials="l" lastIdx="19" clrIdx="0"/>
  <p:cmAuthor id="174" name="linyd" initials="l" lastIdx="3" clrIdx="1"/>
  <p:cmAuthor id="175" name="muzi wei" initials="m" lastIdx="1" clrIdx="0"/>
  <p:cmAuthor id="176" name="Windows 用户" initials="W" lastIdx="1" clrIdx="0"/>
  <p:cmAuthor id="177" name="未知用户56" initials="未" lastIdx="1" clrIdx="0"/>
  <p:cmAuthor id="178" name="未知用户55" initials="未" lastIdx="1" clrIdx="0"/>
  <p:cmAuthor id="179" name="未知用户51" initials="未" lastIdx="1" clrIdx="1"/>
  <p:cmAuthor id="180" name="未知的使用者67" initials="未" lastIdx="8" clrIdx="0"/>
  <p:cmAuthor id="181" name="未知的使用者68" initials="未" lastIdx="1" clrIdx="0"/>
  <p:cmAuthor id="182" name="未知的使用者69" initials="未" lastIdx="1" clrIdx="0"/>
  <p:cmAuthor id="183" name="未知的使用者60" initials="未" lastIdx="1" clrIdx="0"/>
  <p:cmAuthor id="184" name="未知的使用者54" initials="未" lastIdx="1" clrIdx="0"/>
  <p:cmAuthor id="185" name="未知的使用者40" initials="未" lastIdx="1" clrIdx="0"/>
  <p:cmAuthor id="186" name="未知的使用者55" initials="未" lastIdx="1" clrIdx="0"/>
  <p:cmAuthor id="187" name="未知的使用者52" initials="未" lastIdx="1" clrIdx="1"/>
  <p:cmAuthor id="188" name="未知的使用者72" initials="未" lastIdx="1" clrIdx="0"/>
  <p:cmAuthor id="189" name="未知的使用者71" initials="未" lastIdx="1" clrIdx="1"/>
  <p:cmAuthor id="190" name="liupeng" initials="l" lastIdx="1" clrIdx="1"/>
  <p:cmAuthor id="191" name="周宏達JerryChou" initials="周" lastIdx="6" clrIdx="2"/>
  <p:cmAuthor id="192" name="luxu" initials="l" lastIdx="22" clrIdx="0"/>
  <p:cmAuthor id="193" name="hl sun" initials="h" lastIdx="1" clrIdx="0"/>
  <p:cmAuthor id="194" name="不明使用者20" initials="不" lastIdx="1" clrIdx="0"/>
  <p:cmAuthor id="195" name="不明使用者21" initials="不" lastIdx="1" clrIdx="0"/>
  <p:cmAuthor id="196" name="不明使用者18" initials="不" lastIdx="0" clrIdx="1"/>
  <p:cmAuthor id="197" name="不明使用者19" initials="不" lastIdx="1" clrIdx="0"/>
  <p:cmAuthor id="198" name="未知用户2" initials="未" lastIdx="1" clrIdx="0"/>
  <p:cmAuthor id="199" name="未知用户93" initials="未" lastIdx="1" clrIdx="0"/>
  <p:cmAuthor id="200" name="未知用户90" initials="未" lastIdx="5" clrIdx="1"/>
  <p:cmAuthor id="201" name="未知用户91" initials="未" lastIdx="0" clrIdx="1"/>
  <p:cmAuthor id="202" name="未知用户92" initials="未" lastIdx="1" clrIdx="0"/>
  <p:cmAuthor id="203" name="未知用户74" initials="未" lastIdx="5" clrIdx="1"/>
  <p:cmAuthor id="204" name="未知用户75" initials="未" lastIdx="8" clrIdx="0"/>
  <p:cmAuthor id="205" name="未知用户76" initials="未" lastIdx="1" clrIdx="0"/>
  <p:cmAuthor id="206" name="未知用户77" initials="未" lastIdx="8" clrIdx="0"/>
  <p:cmAuthor id="207" name="未知用户78" initials="未" lastIdx="8" clrIdx="0"/>
  <p:cmAuthor id="208" name="未知用户79" initials="未" lastIdx="1" clrIdx="0"/>
  <p:cmAuthor id="209" name="未知用户80" initials="未" lastIdx="1" clrIdx="0"/>
  <p:cmAuthor id="210" name="未知用户81" initials="未" lastIdx="1" clrIdx="0"/>
  <p:cmAuthor id="211" name="未知的使用者95" initials="未" lastIdx="1" clrIdx="0"/>
  <p:cmAuthor id="212" name="未知的使用者92" initials="未" lastIdx="1" clrIdx="0"/>
  <p:cmAuthor id="213" name="未知的使用者93" initials="未" lastIdx="1" clrIdx="1"/>
  <p:cmAuthor id="214" name="未知的使用者94" initials="未" lastIdx="1" clrIdx="2"/>
  <p:cmAuthor id="215" name="Christina" initials="C" lastIdx="0" clrIdx="0"/>
  <p:cmAuthor id="216" name="jet" initials="j" lastIdx="1" clrIdx="0"/>
  <p:cmAuthor id="217" name="未知的使用者50" initials="未" lastIdx="1" clrIdx="0"/>
  <p:cmAuthor id="218" name="未知的使用者48" initials="未" lastIdx="1" clrIdx="0"/>
  <p:cmAuthor id="219" name="未知的使用者49" initials="未" lastIdx="1" clrIdx="0"/>
  <p:cmAuthor id="220" name="未知用户61" initials="未" lastIdx="8" clrIdx="0"/>
  <p:cmAuthor id="221" name="未知用户60" initials="未" lastIdx="1" clrIdx="0"/>
  <p:cmAuthor id="222" name="未知的使用者103" initials="未" lastIdx="8" clrIdx="0"/>
  <p:cmAuthor id="223" name="未知的使用者104" initials="未" lastIdx="1" clrIdx="0"/>
  <p:cmAuthor id="224" name="未知的使用者105" initials="未" lastIdx="1" clrIdx="0"/>
  <p:cmAuthor id="225" name="未知的使用者98" initials="未" lastIdx="1" clrIdx="0"/>
  <p:cmAuthor id="226" name="未知用户38" initials="未" lastIdx="8" clrIdx="0"/>
  <p:cmAuthor id="227" name="未知用户39" initials="未" lastIdx="1" clrIdx="0"/>
  <p:cmAuthor id="228" name="Admin" initials="A" lastIdx="1" clrIdx="2"/>
  <p:cmAuthor id="229" name="未知的使用者64" initials="未" lastIdx="8" clrIdx="0"/>
  <p:cmAuthor id="230" name="未知的使用者65" initials="未" lastIdx="1" clrIdx="0"/>
  <p:cmAuthor id="231" name="未知的使用者66" initials="未" lastIdx="1" clrIdx="0"/>
  <p:cmAuthor id="232" name="未知的使用者57" initials="未" lastIdx="1" clrIdx="0"/>
  <p:cmAuthor id="233" name="huang gerrard" initials="h" lastIdx="1" clrIdx="0"/>
  <p:cmAuthor id="234" name="未知用户170" initials="未" lastIdx="1" clrIdx="0"/>
  <p:cmAuthor id="235" name="未知用户171" initials="未" lastIdx="5" clrIdx="1"/>
  <p:cmAuthor id="236" name="未知用户172" initials="未" lastIdx="1" clrIdx="1"/>
  <p:cmAuthor id="237" name="未知用户173" initials="未" lastIdx="1" clrIdx="0"/>
  <p:cmAuthor id="238" name="未知用户149" initials="未" lastIdx="1" clrIdx="0"/>
  <p:cmAuthor id="239" name="未知用户150" initials="未" lastIdx="1" clrIdx="0"/>
  <p:cmAuthor id="240" name="未知用户151" initials="未" lastIdx="2" clrIdx="0"/>
  <p:cmAuthor id="241" name="未知用户152" initials="未" lastIdx="8" clrIdx="0"/>
  <p:cmAuthor id="242" name="未知用户153" initials="未" lastIdx="8" clrIdx="0"/>
  <p:cmAuthor id="243" name="未知用户154" initials="未" lastIdx="1" clrIdx="0"/>
  <p:cmAuthor id="244" name="未知用户155" initials="未" lastIdx="1" clrIdx="0"/>
  <p:cmAuthor id="245" name="未知用户41" initials="未" lastIdx="8" clrIdx="0"/>
  <p:cmAuthor id="246" name="未知用户67" initials="未" lastIdx="1" clrIdx="0"/>
  <p:cmAuthor id="247" name="未知用户44" initials="未" lastIdx="1" clrIdx="0"/>
  <p:cmAuthor id="248" name="未知用户45" initials="未" lastIdx="1" clrIdx="0"/>
  <p:cmAuthor id="249" name="未知用户63" initials="未" lastIdx="1" clrIdx="0"/>
  <p:cmAuthor id="250" name="未知用户156" initials="未" lastIdx="10" clrIdx="0"/>
  <p:cmAuthor id="251" name="未知用户64" initials="未" lastIdx="1" clrIdx="0"/>
  <p:cmAuthor id="252" name="未知用户65" initials="未" lastIdx="1" clrIdx="0"/>
  <p:cmAuthor id="253" name="未知用户68" initials="未" lastIdx="1" clrIdx="0"/>
  <p:cmAuthor id="254" name="未知用户69" initials="未" lastIdx="2" clrIdx="0"/>
  <p:cmAuthor id="255" name="未知用户70" initials="未" lastIdx="1" clrIdx="1"/>
  <p:cmAuthor id="256" name="未知用户71" initials="未" lastIdx="1" clrIdx="0"/>
  <p:cmAuthor id="257" name="未知用户72" initials="未" lastIdx="1" clrIdx="0"/>
  <p:cmAuthor id="258" name="未知用户73" initials="未" lastIdx="2" clrIdx="0"/>
  <p:cmAuthor id="259" name="未知用户82" initials="未" lastIdx="1" clrIdx="0"/>
  <p:cmAuthor id="260" name="未知用户49" initials="未" lastIdx="1" clrIdx="0"/>
  <p:cmAuthor id="261" name="未知用户50" initials="未" lastIdx="1" clrIdx="0"/>
  <p:cmAuthor id="262" name="未知用户52" initials="未" lastIdx="1" clrIdx="0"/>
  <p:cmAuthor id="263" name="未知用户47" initials="未" lastIdx="6" clrIdx="0"/>
  <p:cmAuthor id="264" name="未知用户53" initials="未" lastIdx="10" clrIdx="0"/>
  <p:cmAuthor id="265" name="未知用户48" initials="未" lastIdx="1" clrIdx="0"/>
  <p:cmAuthor id="266" name="未知用户40" initials="未" lastIdx="5" clrIdx="1"/>
  <p:cmAuthor id="267" name="未知用户43" initials="未" lastIdx="1" clrIdx="0"/>
  <p:cmAuthor id="268" name="未知用户66" initials="未" lastIdx="1" clrIdx="0"/>
  <p:cmAuthor id="269" name="未知用户62" initials="未" lastIdx="1" clrIdx="1"/>
  <p:cmAuthor id="270" name="未知用户83" initials="未" lastIdx="1" clrIdx="1"/>
  <p:cmAuthor id="271" name="未知用户103" initials="未" lastIdx="1" clrIdx="0"/>
  <p:cmAuthor id="272" name="未知用户104" initials="未" lastIdx="1" clrIdx="0"/>
  <p:cmAuthor id="273" name="lillian" initials="l" lastIdx="1" clrIdx="0"/>
  <p:cmAuthor id="274" name="未知的使用者75" initials="未" lastIdx="10" clrIdx="0"/>
  <p:cmAuthor id="275" name="未知的使用者45" initials="未" lastIdx="1" clrIdx="0"/>
  <p:cmAuthor id="276" name="王嘉偉" initials="王" lastIdx="2" clrIdx="0"/>
  <p:cmAuthor id="277" name="catherine" initials="c" lastIdx="1" clrIdx="1"/>
  <p:cmAuthor id="278" name="未知的使用者47" initials="未" lastIdx="1" clrIdx="0"/>
  <p:cmAuthor id="279" name="dcis" initials="d" lastIdx="4" clrIdx="0"/>
  <p:cmAuthor id="280" name="FanJQ" initials="F" lastIdx="1" clrIdx="1"/>
  <p:cmAuthor id="281" name="未知的使用者145" initials="未" lastIdx="1" clrIdx="0"/>
  <p:cmAuthor id="282" name="Unknown User24" initials="U" lastIdx="1" clrIdx="0"/>
  <p:cmAuthor id="283" name="Unknown User25" initials="U" lastIdx="1" clrIdx="0"/>
  <p:cmAuthor id="284" name="Unknown User26" initials="U" lastIdx="1" clrIdx="1"/>
  <p:cmAuthor id="285" name="Unknown User27" initials="U" lastIdx="1" clrIdx="0"/>
  <p:cmAuthor id="286" name="Unknown User28" initials="U" lastIdx="3" clrIdx="1"/>
  <p:cmAuthor id="287" name="Unknown User11" initials="U" lastIdx="0" clrIdx="1"/>
  <p:cmAuthor id="288" name="Unknown User22" initials="U" lastIdx="1" clrIdx="0"/>
  <p:cmAuthor id="289" name="Unknown User23" initials="U" lastIdx="1" clrIdx="0"/>
  <p:cmAuthor id="290" name="未知的使用者112" initials="未" lastIdx="1" clrIdx="1"/>
  <p:cmAuthor id="291" name="未知用户211" initials="未" lastIdx="8" clrIdx="0"/>
  <p:cmAuthor id="292" name="未知用户212" initials="未" lastIdx="8" clrIdx="0"/>
  <p:cmAuthor id="293" name="未知用户210" initials="未" lastIdx="1" clrIdx="0"/>
  <p:cmAuthor id="294" name="未知用户201" initials="未" lastIdx="8" clrIdx="0"/>
  <p:cmAuthor id="295" name="未知用户161" initials="未" lastIdx="1" clrIdx="0"/>
  <p:cmAuthor id="296" name="未知用户183" initials="未" lastIdx="1" clrIdx="0"/>
  <p:cmAuthor id="297" name="未知用户162" initials="未" lastIdx="1" clrIdx="0"/>
  <p:cmAuthor id="298" name="未知用户163" initials="未" lastIdx="8" clrIdx="0"/>
  <p:cmAuthor id="299" name="未知用户164" initials="未" lastIdx="1" clrIdx="0"/>
  <p:cmAuthor id="300" name="未知用户165" initials="未" lastIdx="2" clrIdx="0"/>
  <p:cmAuthor id="301" name="未知用户191" initials="未" lastIdx="1" clrIdx="0"/>
  <p:cmAuthor id="302" name="未知用户167" initials="未" lastIdx="1" clrIdx="0"/>
  <p:cmAuthor id="303" name="未知用户202" initials="未" lastIdx="8" clrIdx="0"/>
  <p:cmAuthor id="304" name="未知用户169" initials="未" lastIdx="1" clrIdx="0"/>
  <p:cmAuthor id="305" name="未知用户192" initials="未" lastIdx="1" clrIdx="0"/>
  <p:cmAuthor id="306" name="未知用户203" initials="未" lastIdx="1" clrIdx="1"/>
  <p:cmAuthor id="307" name="未知用户174" initials="未" lastIdx="1" clrIdx="0"/>
  <p:cmAuthor id="308" name="未知用户175" initials="未" lastIdx="1" clrIdx="0"/>
  <p:cmAuthor id="309" name="未知用户176" initials="未" lastIdx="1" clrIdx="0"/>
  <p:cmAuthor id="310" name="未知用户177" initials="未" lastIdx="2" clrIdx="0"/>
  <p:cmAuthor id="311" name="未知用户184" initials="未" lastIdx="1" clrIdx="1"/>
  <p:cmAuthor id="312" name="未知用户179" initials="未" lastIdx="1" clrIdx="0"/>
  <p:cmAuthor id="313" name="未知用户185" initials="未" lastIdx="1" clrIdx="0"/>
  <p:cmAuthor id="314" name="未知用户181" initials="未" lastIdx="2" clrIdx="0"/>
  <p:cmAuthor id="315" name="未知用户182" initials="未" lastIdx="1" clrIdx="49"/>
  <p:cmAuthor id="316" name="未知用户204" initials="未" lastIdx="1" clrIdx="0"/>
  <p:cmAuthor id="317" name="未知用户205" initials="未" lastIdx="1" clrIdx="0"/>
  <p:cmAuthor id="318" name="未知用户115" initials="未" lastIdx="10" clrIdx="0"/>
  <p:cmAuthor id="319" name="未知用户116" initials="未" lastIdx="0" clrIdx="1"/>
  <p:cmAuthor id="320" name="未知用户193" initials="未" lastIdx="3" clrIdx="0"/>
  <p:cmAuthor id="321" name="未知用户194" initials="未" lastIdx="1" clrIdx="0"/>
  <p:cmAuthor id="322" name="未知用户107" initials="未" lastIdx="1" clrIdx="0"/>
  <p:cmAuthor id="323" name="未知用户187" initials="未" lastIdx="10" clrIdx="0"/>
  <p:cmAuthor id="324" name="刘晖" initials="刘" lastIdx="1" clrIdx="0"/>
  <p:cmAuthor id="325" name="未知用户190" initials="未" lastIdx="1" clrIdx="1"/>
  <p:cmAuthor id="326" name="未知用户127" initials="未" lastIdx="10" clrIdx="0"/>
  <p:cmAuthor id="327" name="未知用户196" initials="未" lastIdx="1" clrIdx="0"/>
  <p:cmAuthor id="328" name="未知用户199" initials="未" lastIdx="1" clrIdx="0"/>
  <p:cmAuthor id="329" name="未知用户128" initials="未" lastIdx="0" clrIdx="1"/>
  <p:cmAuthor id="330" name="未知用户118" initials="未" lastIdx="1" clrIdx="0"/>
  <p:cmAuthor id="331" name="未知用户123" initials="未" lastIdx="6" clrIdx="0"/>
  <p:cmAuthor id="332" name="未知用户178" initials="未" lastIdx="1" clrIdx="0"/>
  <p:cmAuthor id="333" name="未知用户180" initials="未" lastIdx="8" clrIdx="0"/>
  <p:cmAuthor id="334" name="未知用户186" initials="未" lastIdx="1" clrIdx="0"/>
  <p:cmAuthor id="335" name="未知用户188" initials="未" lastIdx="1" clrIdx="0"/>
  <p:cmAuthor id="336" name="未知用户189" initials="未" lastIdx="2" clrIdx="0"/>
  <p:cmAuthor id="337" name="未知用户6" initials="未" lastIdx="1" clrIdx="0"/>
  <p:cmAuthor id="338" name="未知用户7" initials="未" lastIdx="1" clrIdx="0"/>
  <p:cmAuthor id="339" name="未知用户10" initials="未" lastIdx="1" clrIdx="0"/>
  <p:cmAuthor id="340" name="未知用户11" initials="未" lastIdx="1" clrIdx="0"/>
  <p:cmAuthor id="341" name="未知用户20" initials="未" lastIdx="0" clrIdx="0"/>
  <p:cmAuthor id="342" name="未知用户130" initials="未" lastIdx="1" clrIdx="1"/>
  <p:cmAuthor id="343" name="未知用户3" initials="未" lastIdx="1" clrIdx="0"/>
  <p:cmAuthor id="344" name="未知用户195" initials="未" lastIdx="1" clrIdx="0"/>
  <p:cmAuthor id="345" name="未知用户207" initials="未" lastIdx="3" clrIdx="1"/>
  <p:cmAuthor id="346" name="未知用户208" initials="未" lastIdx="1" clrIdx="0"/>
  <p:cmAuthor id="347" name="未知用户198" initials="未" lastIdx="1" clrIdx="0"/>
  <p:cmAuthor id="348" name="未知用户209" initials="未" lastIdx="1" clrIdx="0"/>
  <p:cmAuthor id="349" name="未知用户54" initials="未" lastIdx="3" clrIdx="1"/>
  <p:cmAuthor id="350" name="未知用户206" initials="未" lastIdx="6" clrIdx="0"/>
  <p:cmAuthor id="351" name="未知用户46" initials="未" lastIdx="10" clrIdx="0"/>
  <p:cmAuthor id="352" name="順天" initials="順" lastIdx="1" clrIdx="0"/>
  <p:cmAuthor id="353" name="未知的使用者81" initials="未" lastIdx="1" clrIdx="0"/>
  <p:cmAuthor id="354" name="莊安君" initials="莊" lastIdx="1" clrIdx="65"/>
  <p:cmAuthor id="355" name="梅芬 吳" initials="梅" lastIdx="1" clrIdx="85"/>
  <p:cmAuthor id="356" name="未知的使用者83" initials="未" lastIdx="8" clrIdx="0"/>
  <p:cmAuthor id="357" name="未知的使用者84" initials="未" lastIdx="1" clrIdx="0"/>
  <p:cmAuthor id="358" name="未知的使用者87" initials="未" lastIdx="1" clrIdx="0"/>
  <p:cmAuthor id="359" name="未知的使用者91" initials="未" lastIdx="1" clrIdx="0"/>
  <p:cmAuthor id="360" name="未知的使用者179" initials="未" lastIdx="8" clrIdx="0"/>
  <p:cmAuthor id="361" name="未知的使用者180" initials="未" lastIdx="8" clrIdx="0"/>
  <p:cmAuthor id="362" name="未知的使用者207" initials="未" lastIdx="1" clrIdx="0"/>
  <p:cmAuthor id="363" name="未知的使用者208" initials="未" lastIdx="1" clrIdx="0"/>
  <p:cmAuthor id="364" name="未知的使用者188" initials="未" lastIdx="1" clrIdx="0"/>
  <p:cmAuthor id="365" name="未知的使用者189" initials="未" lastIdx="2" clrIdx="0"/>
  <p:cmAuthor id="366" name="未知的使用者190" initials="未" lastIdx="1" clrIdx="1"/>
  <p:cmAuthor id="367" name="未知的使用者191" initials="未" lastIdx="1" clrIdx="0"/>
  <p:cmAuthor id="368" name="未知的使用者192" initials="未" lastIdx="1" clrIdx="0"/>
  <p:cmAuthor id="369" name="未知的使用者193" initials="未" lastIdx="2" clrIdx="0"/>
  <p:cmAuthor id="370" name="未知的使用者214" initials="未" lastIdx="1" clrIdx="2"/>
  <p:cmAuthor id="371" name="未知的使用者215" initials="未" lastIdx="1" clrIdx="0"/>
  <p:cmAuthor id="372" name="未知的使用者216" initials="未" lastIdx="1" clrIdx="0"/>
  <p:cmAuthor id="373" name="未知的使用者217" initials="未" lastIdx="1" clrIdx="1"/>
  <p:cmAuthor id="374" name="未知的使用者218" initials="未" lastIdx="1" clrIdx="0"/>
  <p:cmAuthor id="375" name="未知的使用者219" initials="未" lastIdx="2" clrIdx="0"/>
  <p:cmAuthor id="376" name="未知的使用者220" initials="未" lastIdx="7" clrIdx="1"/>
  <p:cmAuthor id="377" name="未知的使用者152" initials="未" lastIdx="8" clrIdx="0"/>
  <p:cmAuthor id="378" name="未知的使用者153" initials="未" lastIdx="1" clrIdx="0"/>
  <p:cmAuthor id="379" name="未知的使用者154" initials="未" lastIdx="1" clrIdx="0"/>
  <p:cmAuthor id="380" name="未知的使用者156" initials="未" lastIdx="1" clrIdx="0"/>
  <p:cmAuthor id="381" name="未知的使用者157" initials="未" lastIdx="1" clrIdx="0"/>
  <p:cmAuthor id="382" name="未知的使用者161" initials="未" lastIdx="1" clrIdx="0"/>
  <p:cmAuthor id="383" name="未知的使用者151" initials="未" lastIdx="1" clrIdx="1"/>
  <p:cmAuthor id="384" name="未知的使用者129" initials="未" lastIdx="1" clrIdx="0"/>
  <p:cmAuthor id="385" name="未知的使用者130" initials="未" lastIdx="8" clrIdx="0"/>
  <p:cmAuthor id="386" name="未知的使用者131" initials="未" lastIdx="2" clrIdx="0"/>
  <p:cmAuthor id="387" name="未知的使用者132" initials="未" lastIdx="8" clrIdx="0"/>
  <p:cmAuthor id="388" name="未知的使用者164" initials="未" lastIdx="8" clrIdx="0"/>
  <p:cmAuthor id="389" name="未知的使用者172" initials="未" lastIdx="1" clrIdx="0"/>
  <p:cmAuthor id="390" name="未知的使用者174" initials="未" lastIdx="1" clrIdx="0"/>
  <p:cmAuthor id="391" name="未知的使用者176" initials="未" lastIdx="8" clrIdx="0"/>
  <p:cmAuthor id="392" name="未知的使用者247" initials="未" lastIdx="6" clrIdx="0"/>
  <p:cmAuthor id="393" name="未知的使用者249" initials="未" lastIdx="43" clrIdx="1"/>
  <p:cmAuthor id="394" name="未知的使用者250" initials="未" lastIdx="1" clrIdx="0"/>
  <p:cmAuthor id="395" name="未知的使用者251" initials="未" lastIdx="1" clrIdx="0"/>
  <p:cmAuthor id="396" name="未知的使用者246" initials="未" lastIdx="1" clrIdx="1"/>
  <p:cmAuthor id="397" name="未知的使用者224" initials="未" lastIdx="1" clrIdx="0"/>
  <p:cmAuthor id="398" name="未知的使用者252" initials="未" lastIdx="1" clrIdx="0"/>
  <p:cmAuthor id="399" name="未知的使用者253" initials="未" lastIdx="1" clrIdx="0"/>
  <p:cmAuthor id="400" name="未知的使用者254" initials="未" lastIdx="1" clrIdx="0"/>
  <p:cmAuthor id="401" name="未知的使用者255" initials="未" lastIdx="1" clrIdx="0"/>
  <p:cmAuthor id="402" name="未知的使用者226" initials="未" lastIdx="8" clrIdx="0"/>
  <p:cmAuthor id="403" name="未知的使用者227" initials="未" lastIdx="2" clrIdx="0"/>
  <p:cmAuthor id="404" name="未知的使用者270" initials="未" lastIdx="1" clrIdx="0"/>
  <p:cmAuthor id="405" name="未知的使用者228" initials="未" lastIdx="8" clrIdx="0"/>
  <p:cmAuthor id="406" name="未知的使用者229" initials="未" lastIdx="8" clrIdx="0"/>
  <p:cmAuthor id="407" name="未知的使用者230" initials="未" lastIdx="1" clrIdx="0"/>
  <p:cmAuthor id="408" name="未知的使用者231" initials="未" lastIdx="1" clrIdx="0"/>
  <p:cmAuthor id="409" name="未知的使用者256" initials="未" lastIdx="1" clrIdx="0"/>
  <p:cmAuthor id="410" name="未知的使用者233" initials="未" lastIdx="1" clrIdx="0"/>
  <p:cmAuthor id="411" name="未知的使用者234" initials="未" lastIdx="10" clrIdx="0"/>
  <p:cmAuthor id="412" name="未知的使用者235" initials="未" lastIdx="1" clrIdx="0"/>
  <p:cmAuthor id="413" name="未知的使用者236" initials="未" lastIdx="1" clrIdx="0"/>
  <p:cmAuthor id="414" name="未知的使用者257" initials="未" lastIdx="1" clrIdx="0"/>
  <p:cmAuthor id="415" name="未知的使用者237" initials="未" lastIdx="1" clrIdx="0"/>
  <p:cmAuthor id="416" name="未知的使用者238" initials="未" lastIdx="2" clrIdx="0"/>
  <p:cmAuthor id="417" name="未知的使用者239" initials="未" lastIdx="1" clrIdx="1"/>
  <p:cmAuthor id="418" name="未知的使用者240" initials="未" lastIdx="1" clrIdx="0"/>
  <p:cmAuthor id="419" name="未知的使用者241" initials="未" lastIdx="1" clrIdx="0"/>
  <p:cmAuthor id="420" name="未知的使用者242" initials="未" lastIdx="2" clrIdx="0"/>
  <p:cmAuthor id="421" name="未知的使用者243" initials="未" lastIdx="1" clrIdx="0"/>
  <p:cmAuthor id="422" name="未知的使用者258" initials="未" lastIdx="8" clrIdx="0"/>
  <p:cmAuthor id="423" name="未知的使用者259" initials="未" lastIdx="1" clrIdx="0"/>
  <p:cmAuthor id="424" name="未知的使用者260" initials="未" lastIdx="1" clrIdx="0"/>
  <p:cmAuthor id="425" name="未知的使用者261" initials="未" lastIdx="11" clrIdx="0"/>
  <p:cmAuthor id="426" name="未知的使用者262" initials="未" lastIdx="7" clrIdx="1"/>
  <p:cmAuthor id="427" name="未知的使用者263" initials="未" lastIdx="1" clrIdx="2"/>
  <p:cmAuthor id="428" name="未知的使用者264" initials="未" lastIdx="1" clrIdx="0"/>
  <p:cmAuthor id="429" name="未知的使用者265" initials="未" lastIdx="1" clrIdx="0"/>
  <p:cmAuthor id="430" name="未知的使用者266" initials="未" lastIdx="1" clrIdx="1"/>
  <p:cmAuthor id="431" name="未知的使用者267" initials="未" lastIdx="1" clrIdx="0"/>
  <p:cmAuthor id="432" name="未知的使用者268" initials="未" lastIdx="2" clrIdx="0"/>
  <p:cmAuthor id="433" name="未知的使用者269" initials="未" lastIdx="7" clrIdx="1"/>
  <p:cmAuthor id="434" name="未知用户219" initials="未" lastIdx="6" clrIdx="0"/>
  <p:cmAuthor id="435" name="未知用户222" initials="未" lastIdx="1" clrIdx="0"/>
  <p:cmAuthor id="436" name="未知用户200" initials="未" lastIdx="8" clrIdx="0"/>
  <p:cmAuthor id="437" name="未知用户213" initials="未" lastIdx="1" clrIdx="0"/>
  <p:cmAuthor id="438" name="未知用户214" initials="未" lastIdx="2" clrIdx="0"/>
  <p:cmAuthor id="439" name="未知用户215" initials="未" lastIdx="1" clrIdx="0"/>
  <p:cmAuthor id="440" name="未知用户231" initials="未" lastIdx="1" clrIdx="0"/>
  <p:cmAuthor id="441" name="未知用户233" initials="未" lastIdx="11" clrIdx="0"/>
  <p:cmAuthor id="442" name="未知用户234" initials="未" lastIdx="7" clrIdx="1"/>
  <p:cmAuthor id="443" name="未知用户235" initials="未" lastIdx="1" clrIdx="2"/>
  <p:cmAuthor id="444" name="未知用户236" initials="未" lastIdx="1" clrIdx="0"/>
  <p:cmAuthor id="445" name="未知用户237" initials="未" lastIdx="1" clrIdx="0"/>
  <p:cmAuthor id="446" name="未知用户240" initials="未" lastIdx="2" clrIdx="0"/>
  <p:cmAuthor id="447" name="未知用户221" initials="未" lastIdx="43" clrIdx="1"/>
  <p:cmAuthor id="448" name="未知用户197" initials="未" lastIdx="1" clrIdx="0"/>
  <p:cmAuthor id="449" name="未知用户157" initials="未" lastIdx="8" clrIdx="0"/>
  <p:cmAuthor id="450" name="未知用户158" initials="未" lastIdx="2" clrIdx="0"/>
  <p:cmAuthor id="451" name="未知用户159" initials="未" lastIdx="1" clrIdx="0"/>
  <p:cmAuthor id="452" name="未知用户160" initials="未" lastIdx="2" clrIdx="0"/>
  <p:cmAuthor id="453" name="未知用户166" initials="未" lastIdx="0" clrIdx="1"/>
  <p:cmAuthor id="454" name="未知用户168" initials="未" lastIdx="1" clrIdx="0"/>
  <p:cmAuthor id="455" name="未知用户110" initials="未" lastIdx="1" clrIdx="0"/>
  <p:cmAuthor id="456" name="未知用户218" initials="未" lastIdx="1" clrIdx="0"/>
  <p:cmAuthor id="457" name="未知用户220" initials="未" lastIdx="1" clrIdx="0"/>
  <p:cmAuthor id="458" name="未知用户227" initials="未" lastIdx="1" clrIdx="0"/>
  <p:cmAuthor id="459" name="未知用户228" initials="未" lastIdx="1" clrIdx="0"/>
  <p:cmAuthor id="460" name="未知用户287" initials="未" lastIdx="0" clrIdx="1"/>
  <p:cmAuthor id="461" name="未知用户288" initials="未" lastIdx="1" clrIdx="0"/>
  <p:cmAuthor id="462" name="未知用户289" initials="未" lastIdx="1" clrIdx="0"/>
  <p:cmAuthor id="463" name="未知用户290" initials="未" lastIdx="2" clrIdx="0"/>
  <p:cmAuthor id="464" name="未知用户291" initials="未" lastIdx="8" clrIdx="0"/>
  <p:cmAuthor id="465" name="未知用户292" initials="未" lastIdx="1" clrIdx="0"/>
  <p:cmAuthor id="466" name="未知用户293" initials="未" lastIdx="1" clrIdx="0"/>
  <p:cmAuthor id="467" name="未知用户294" initials="未" lastIdx="8" clrIdx="0"/>
  <p:cmAuthor id="468" name="未知用户295" initials="未" lastIdx="1" clrIdx="0"/>
  <p:cmAuthor id="469" name="未知用户296" initials="未" lastIdx="1" clrIdx="0"/>
  <p:cmAuthor id="470" name="未知用户297" initials="未" lastIdx="1" clrIdx="0"/>
  <p:cmAuthor id="471" name="未知用户298" initials="未" lastIdx="1" clrIdx="0"/>
  <p:cmAuthor id="472" name="未知用户299" initials="未" lastIdx="1" clrIdx="0"/>
  <p:cmAuthor id="473" name="未知用户300" initials="未" lastIdx="8" clrIdx="0"/>
  <p:cmAuthor id="474" name="未知用户301" initials="未" lastIdx="1" clrIdx="0"/>
  <p:cmAuthor id="475" name="未知用户302" initials="未" lastIdx="1" clrIdx="0"/>
  <p:cmAuthor id="476" name="未知用户303" initials="未" lastIdx="5" clrIdx="1"/>
  <p:cmAuthor id="477" name="未知用户304" initials="未" lastIdx="1" clrIdx="0"/>
  <p:cmAuthor id="478" name="未知用户305" initials="未" lastIdx="1" clrIdx="0"/>
  <p:cmAuthor id="479" name="未知用户306" initials="未" lastIdx="8" clrIdx="0"/>
  <p:cmAuthor id="480" name="未知用户307" initials="未" lastIdx="1" clrIdx="0"/>
  <p:cmAuthor id="481" name="未知用户308" initials="未" lastIdx="1" clrIdx="0"/>
  <p:cmAuthor id="482" name="未知用户309" initials="未" lastIdx="8" clrIdx="0"/>
  <p:cmAuthor id="483" name="未知用户310" initials="未" lastIdx="1" clrIdx="0"/>
  <p:cmAuthor id="484" name="未知用户311" initials="未" lastIdx="2" clrIdx="0"/>
  <p:cmAuthor id="485" name="未知用户312" initials="未" lastIdx="1" clrIdx="0"/>
  <p:cmAuthor id="486" name="未知用户313" initials="未" lastIdx="2" clrIdx="0"/>
  <p:cmAuthor id="487" name="未知用户314" initials="未" lastIdx="1" clrIdx="1"/>
  <p:cmAuthor id="488" name="孟连磊" initials="孟" lastIdx="1" clrIdx="0"/>
  <p:cmAuthor id="489" name="未知用户216" initials="未" lastIdx="1" clrIdx="0"/>
  <p:cmAuthor id="490" name="未知的使用者206" initials="未" lastIdx="1" clrIdx="0"/>
  <p:cmAuthor id="491" name="未知的使用者155" initials="未" lastIdx="3" clrIdx="1"/>
  <p:cmAuthor id="492" name="未知的使用者177" initials="未" lastIdx="8" clrIdx="0"/>
  <p:cmAuthor id="493" name="未知的使用者178" initials="未" lastIdx="2" clrIdx="0"/>
  <p:cmAuthor id="494" name="未知的使用者209" initials="未" lastIdx="8" clrIdx="0"/>
  <p:cmAuthor id="495" name="未知的使用者210" initials="未" lastIdx="1" clrIdx="0"/>
  <p:cmAuthor id="496" name="未知的使用者211" initials="未" lastIdx="1" clrIdx="0"/>
  <p:cmAuthor id="497" name="未知的使用者212" initials="未" lastIdx="11" clrIdx="0"/>
  <p:cmAuthor id="498" name="未知的使用者213" initials="未" lastIdx="7" clrIdx="1"/>
  <p:cmAuthor id="499" name="未知用户217" initials="未" lastIdx="1" clrIdx="0"/>
  <p:cmAuthor id="500" name="晓  曲" initials="晓" lastIdx="1" clrIdx="0"/>
  <p:cmAuthor id="501" name="未知用户332" initials="未" lastIdx="1" clrIdx="0"/>
  <p:cmAuthor id="502" name="未知的使用者79" initials="未" lastIdx="0" clrIdx="1"/>
  <p:cmAuthor id="503" name="未知的使用者80" initials="未" lastIdx="0" clrIdx="0"/>
  <p:cmAuthor id="504" name="未知的使用者82" initials="未" lastIdx="1" clrIdx="0"/>
  <p:cmAuthor id="505" name="未知的使用者85" initials="未" lastIdx="1" clrIdx="0"/>
  <p:cmAuthor id="506" name="未知的使用者90" initials="未" lastIdx="8" clrIdx="0"/>
  <p:cmAuthor id="507" name="CHRISYU" initials="C" lastIdx="1" clrIdx="0"/>
  <p:cmAuthor id="508" name="liucunri" initials="l" lastIdx="1" clrIdx="0"/>
  <p:cmAuthor id="509" name=" " initials=" " lastIdx="6" clrIdx="85"/>
  <p:cmAuthor id="510" name="未知的使用者88" initials="未" lastIdx="1" clrIdx="0"/>
  <p:cmAuthor id="511" name="未知的使用者89" initials="未" lastIdx="5" clrIdx="0"/>
  <p:cmAuthor id="512" name="仝德志" initials="仝" lastIdx="1" clrIdx="0"/>
  <p:cmAuthor id="513" name="PC" initials="P" lastIdx="4" clrIdx="0"/>
  <p:cmAuthor id="514" name="Ying Lou" initials="Y" lastIdx="1" clrIdx="187"/>
  <p:cmAuthor id="515" name="Microsoft Office User" initials="M" lastIdx="3" clrIdx="86"/>
  <p:cmAuthor id="516" name="未知的使用者134" initials="未" lastIdx="1" clrIdx="0"/>
  <p:cmAuthor id="517" name="未知用户381" initials="未" lastIdx="1" clrIdx="0"/>
  <p:cmAuthor id="518" name="未知用户382" initials="未" lastIdx="1" clrIdx="0"/>
  <p:cmAuthor id="519" name="未知用户383" initials="未" lastIdx="1" clrIdx="0"/>
  <p:cmAuthor id="520" name="未知用户384" initials="未" lastIdx="1" clrIdx="0"/>
  <p:cmAuthor id="521" name="未知用户385" initials="未" lastIdx="2" clrIdx="0"/>
  <p:cmAuthor id="522" name="未知用户386" initials="未" lastIdx="1" clrIdx="1"/>
  <p:cmAuthor id="523" name="未知用户429" initials="未" lastIdx="1" clrIdx="0"/>
  <p:cmAuthor id="524" name="未知用户348" initials="未" lastIdx="1" clrIdx="0"/>
  <p:cmAuthor id="525" name="未知用户430" initials="未" lastIdx="2" clrIdx="0"/>
  <p:cmAuthor id="526" name="未知用户389" initials="未" lastIdx="1" clrIdx="0"/>
  <p:cmAuthor id="527" name="未知用户350" initials="未" lastIdx="1" clrIdx="0"/>
  <p:cmAuthor id="528" name="未知用户431" initials="未" lastIdx="1" clrIdx="0"/>
  <p:cmAuthor id="529" name="未知用户351" initials="未" lastIdx="8" clrIdx="0"/>
  <p:cmAuthor id="530" name="未知用户432" initials="未" lastIdx="1" clrIdx="0"/>
  <p:cmAuthor id="531" name="未知用户392" initials="未" lastIdx="1" clrIdx="0"/>
  <p:cmAuthor id="532" name="未知用户433" initials="未" lastIdx="1" clrIdx="0"/>
  <p:cmAuthor id="533" name="未知用户434" initials="未" lastIdx="1" clrIdx="0"/>
  <p:cmAuthor id="534" name="未知用户393" initials="未" lastIdx="11" clrIdx="0"/>
  <p:cmAuthor id="535" name="未知用户435" initials="未" lastIdx="7" clrIdx="1"/>
  <p:cmAuthor id="536" name="未知用户356" initials="未" lastIdx="1" clrIdx="2"/>
  <p:cmAuthor id="537" name="未知用户436" initials="未" lastIdx="1" clrIdx="0"/>
  <p:cmAuthor id="538" name="未知用户396" initials="未" lastIdx="1" clrIdx="0"/>
  <p:cmAuthor id="539" name="未知用户437" initials="未" lastIdx="1" clrIdx="1"/>
  <p:cmAuthor id="540" name="未知用户397" initials="未" lastIdx="1" clrIdx="0"/>
  <p:cmAuthor id="541" name="未知用户419" initials="未" lastIdx="1" clrIdx="0"/>
  <p:cmAuthor id="542" name="未知用户399" initials="未" lastIdx="2" clrIdx="0"/>
  <p:cmAuthor id="543" name="未知用户438" initials="未" lastIdx="7" clrIdx="1"/>
  <p:cmAuthor id="544" name="未知用户401" initials="未" lastIdx="43" clrIdx="1"/>
  <p:cmAuthor id="545" name="未知用户402" initials="未" lastIdx="1" clrIdx="0"/>
  <p:cmAuthor id="546" name="未知用户403" initials="未" lastIdx="1" clrIdx="0"/>
  <p:cmAuthor id="547" name="未知用户327" initials="未" lastIdx="1" clrIdx="0"/>
  <p:cmAuthor id="548" name="未知用户404" initials="未" lastIdx="1" clrIdx="0"/>
  <p:cmAuthor id="549" name="未知用户405" initials="未" lastIdx="1" clrIdx="0"/>
  <p:cmAuthor id="550" name="未知用户439" initials="未" lastIdx="2" clrIdx="0"/>
  <p:cmAuthor id="551" name="未知用户406" initials="未" lastIdx="0" clrIdx="0"/>
  <p:cmAuthor id="552" name="未知用户440" initials="未" lastIdx="1" clrIdx="0"/>
  <p:cmAuthor id="553" name="未知用户441" initials="未" lastIdx="1" clrIdx="0"/>
  <p:cmAuthor id="554" name="未知用户442" initials="未" lastIdx="1" clrIdx="0"/>
  <p:cmAuthor id="555" name="未知用户409" initials="未" lastIdx="2" clrIdx="2"/>
  <p:cmAuthor id="556" name="未知用户443" initials="未" lastIdx="1" clrIdx="0"/>
  <p:cmAuthor id="557" name="未知用户411" initials="未" lastIdx="3" clrIdx="1"/>
  <p:cmAuthor id="558" name="未知用户444" initials="未" lastIdx="6" clrIdx="0"/>
  <p:cmAuthor id="559" name="未知用户413" initials="未" lastIdx="1" clrIdx="1"/>
  <p:cmAuthor id="560" name="未知用户445" initials="未" lastIdx="1" clrIdx="0"/>
  <p:cmAuthor id="561" name="未知用户446" initials="未" lastIdx="1" clrIdx="0"/>
  <p:cmAuthor id="562" name="未知用户447" initials="未" lastIdx="1" clrIdx="0"/>
  <p:cmAuthor id="563" name="未知用户448" initials="未" lastIdx="1" clrIdx="0"/>
  <p:cmAuthor id="564" name="未知用户333" initials="未" lastIdx="1" clrIdx="0"/>
  <p:cmAuthor id="565" name="未知用户417" initials="未" lastIdx="1" clrIdx="0"/>
  <p:cmAuthor id="566" name="未知用户449" initials="未" lastIdx="1" clrIdx="0"/>
  <p:cmAuthor id="567" name="未知用户418" initials="未" lastIdx="1" clrIdx="0"/>
  <p:cmAuthor id="568" name="未知用户450" initials="未" lastIdx="6" clrIdx="0"/>
  <p:cmAuthor id="569" name="未知用户423" initials="未" lastIdx="0" clrIdx="0"/>
  <p:cmAuthor id="570" name="未知用户424" initials="未" lastIdx="5" clrIdx="0"/>
  <p:cmAuthor id="571" name="未知用户425" initials="未" lastIdx="3" clrIdx="1"/>
  <p:cmAuthor id="572" name="未知用户451" initials="未" lastIdx="1" clrIdx="0"/>
  <p:cmAuthor id="573" name="未知用户452" initials="未" lastIdx="1" clrIdx="0"/>
  <p:cmAuthor id="574" name="未知用户453" initials="未" lastIdx="1" clrIdx="0"/>
  <p:cmAuthor id="575" name="未知用户454" initials="未" lastIdx="1" clrIdx="2"/>
  <p:cmAuthor id="576" name="未知用户455" initials="未" lastIdx="1" clrIdx="0"/>
  <p:cmAuthor id="577" name="未知用户456" initials="未" lastIdx="1" clrIdx="0"/>
  <p:cmAuthor id="578" name="未知用户457" initials="未" lastIdx="10" clrIdx="0"/>
  <p:cmAuthor id="579" name="未知用户458" initials="未" lastIdx="1" clrIdx="0"/>
  <p:cmAuthor id="580" name="未知用户268" initials="未" lastIdx="1" clrIdx="0"/>
  <p:cmAuthor id="581" name="未知用户269" initials="未" lastIdx="2" clrIdx="0"/>
  <p:cmAuthor id="582" name="未知用户250" initials="未" lastIdx="0" clrIdx="0"/>
  <p:cmAuthor id="583" name="Unknown User48" initials="U" lastIdx="8" clrIdx="0"/>
  <p:cmAuthor id="584" name="hmwang" initials="h" lastIdx="2" clrIdx="532"/>
  <p:cmAuthor id="585" name="未知的使用者204" initials="未" lastIdx="1" clrIdx="0"/>
  <p:cmAuthor id="586" name="Unknown User50" initials="U" lastIdx="1" clrIdx="0"/>
  <p:cmAuthor id="587" name="未知的使用者137" initials="未" lastIdx="1" clrIdx="0"/>
  <p:cmAuthor id="588" name="dell" initials="d" lastIdx="1" clrIdx="544"/>
  <p:cmAuthor id="589" name="未知用户280" initials="未" lastIdx="5" clrIdx="2"/>
  <p:cmAuthor id="590" name="Xia Ting" initials="X" lastIdx="1" clrIdx="0"/>
  <p:cmAuthor id="591" name="不明使用者54" initials="不" lastIdx="1" clrIdx="1"/>
  <p:cmAuthor id="592" name="未知用户94" initials="未" lastIdx="0" clrIdx="0"/>
  <p:cmAuthor id="593" name="未知用户321" initials="未" lastIdx="1" clrIdx="0"/>
  <p:cmAuthor id="594" name="不明使用者57" initials="不" lastIdx="1" clrIdx="0"/>
  <p:cmAuthor id="595" name="未知的使用者139" initials="未" lastIdx="1" clrIdx="0"/>
  <p:cmAuthor id="596" name="未知的使用者140" initials="未" lastIdx="1" clrIdx="1"/>
  <p:cmAuthor id="597" name="未知用户320" initials="未" lastIdx="1" clrIdx="1"/>
  <p:cmAuthor id="598" name="nancy" initials="n" lastIdx="1" clrIdx="0"/>
  <p:cmAuthor id="599" name="ll z" initials="l" lastIdx="2" clrIdx="0"/>
  <p:cmAuthor id="600" name="guanhh" initials="g" lastIdx="3" clrIdx="0"/>
  <p:cmAuthor id="601" name="ye gusong" initials="y" lastIdx="1" clrIdx="0"/>
  <p:cmAuthor id="602" name="wei muzi" initials="w" lastIdx="1" clrIdx="4"/>
  <p:cmAuthor id="603" name="孙" initials="孙" lastIdx="1" clrIdx="50"/>
  <p:cmAuthor id="604" name="未知的使用者202" initials="未" lastIdx="0" clrIdx="1"/>
  <p:cmAuthor id="605" name="未知的使用者196" initials="未" lastIdx="1" clrIdx="0"/>
  <p:cmAuthor id="606" name="未知用户243" initials="未" lastIdx="1" clrIdx="0"/>
  <p:cmAuthor id="607" name="未知用户282" initials="未" lastIdx="3" clrIdx="1"/>
  <p:cmAuthor id="608" name="未知用户283" initials="未" lastIdx="1" clrIdx="1"/>
  <p:cmAuthor id="609" name="未知用户279" initials="未" lastIdx="1" clrIdx="0"/>
  <p:cmAuthor id="610" name="未知用户281" initials="未" lastIdx="1" clrIdx="0"/>
  <p:cmAuthor id="611" name="未知用户284" initials="未" lastIdx="1" clrIdx="0"/>
  <p:cmAuthor id="612" name="刘佳佳" initials="刘" lastIdx="1" clrIdx="333"/>
  <p:cmAuthor id="613" name="王 辰斌" initials="王" lastIdx="1" clrIdx="334"/>
  <p:cmAuthor id="614" name="未知用户89" initials="未" lastIdx="1" clrIdx="0"/>
  <p:cmAuthor id="615" name="未知的使用者197" initials="未" lastIdx="8" clrIdx="0"/>
  <p:cmAuthor id="616" name="Carol Kelly" initials="C" lastIdx="1" clrIdx="0"/>
  <p:cmAuthor id="617" name="未知的使用者205" initials="未" lastIdx="0" clrIdx="1"/>
  <p:cmAuthor id="618" name="未知的使用者200" initials="未" lastIdx="1" clrIdx="0"/>
  <p:cmAuthor id="619" name="Unknown User58" initials="U" lastIdx="1" clrIdx="0"/>
  <p:cmAuthor id="620" name="Unknown User55" initials="U" lastIdx="1" clrIdx="1"/>
  <p:cmAuthor id="621" name="未知的使用者195" initials="未" lastIdx="1" clrIdx="1"/>
  <p:cmAuthor id="622" name="Huipeng Cao" initials="H" lastIdx="1" clrIdx="0"/>
  <p:cmAuthor id="623" name="李 雷雨" initials="李" lastIdx="1" clrIdx="0"/>
  <p:cmAuthor id="624" name="91257" initials="9" lastIdx="0" clrIdx="1"/>
  <p:cmAuthor id="625" name="vicky" initials="v" lastIdx="2" clrIdx="1"/>
  <p:cmAuthor id="626" name="jerrychou" initials="j" lastIdx="1" clrIdx="4"/>
  <p:cmAuthor id="627" name="不明使用者12" initials="不" lastIdx="3" clrIdx="1"/>
  <p:cmAuthor id="628" name="不明使用者1" initials="不" lastIdx="0" clrIdx="0"/>
  <p:cmAuthor id="629" name="不明使用者2" initials="不" lastIdx="2" clrIdx="0"/>
  <p:cmAuthor id="630" name="不明使用者3" initials="不" lastIdx="1" clrIdx="0"/>
  <p:cmAuthor id="631" name="不明使用者4" initials="不" lastIdx="1" clrIdx="0"/>
  <p:cmAuthor id="632" name="不明使用者6" initials="不" lastIdx="1" clrIdx="0"/>
  <p:cmAuthor id="633" name="不明使用者5" initials="不" lastIdx="11" clrIdx="0"/>
  <p:cmAuthor id="634" name="不明使用者7" initials="不" lastIdx="7" clrIdx="1"/>
  <p:cmAuthor id="635" name="不明使用者8" initials="不" lastIdx="43" clrIdx="1"/>
  <p:cmAuthor id="636" name="不明使用者9" initials="不" lastIdx="1" clrIdx="0"/>
  <p:cmAuthor id="637" name="不明使用者10" initials="不" lastIdx="0" clrIdx="0"/>
  <p:cmAuthor id="638" name="不明使用者11" initials="不" lastIdx="1" clrIdx="0"/>
  <p:cmAuthor id="639" name="Carol Wu" initials="C" lastIdx="1" clrIdx="0"/>
  <p:cmAuthor id="640" name="Think" initials="T" lastIdx="6" clrIdx="3"/>
  <p:cmAuthor id="641" name="win7" initials="w" lastIdx="6" clrIdx="0"/>
  <p:cmAuthor id="642" name="敢 王" initials="敢" lastIdx="1" clrIdx="0"/>
  <p:cmAuthor id="643" name="邓 勇" initials="邓" lastIdx="1" clrIdx="0"/>
  <p:cmAuthor id="644" name="陈城" initials="陈" lastIdx="0" clrIdx="2"/>
  <p:cmAuthor id="645" name="Sharon" initials="S" lastIdx="1" clrIdx="2"/>
  <p:cmAuthor id="646" name="蓝礼健" initials="蓝" lastIdx="1" clrIdx="0"/>
  <p:cmAuthor id="647" name="shenbina" initials="s" lastIdx="1" clrIdx="0"/>
  <p:cmAuthor id="648" name="winner1 chan" initials="w" lastIdx="1" clrIdx="334"/>
  <p:cmAuthor id="649" name="soling" initials="s" lastIdx="1" clrIdx="2"/>
  <p:cmAuthor id="650" name="李 骁" initials="李" lastIdx="1" clrIdx="0"/>
  <p:cmAuthor id="651" name="未知用户315" initials="未" lastIdx="0" clrIdx="0"/>
  <p:cmAuthor id="652" name="未知用户316" initials="未" lastIdx="1" clrIdx="0"/>
  <p:cmAuthor id="653" name="未知用户317" initials="未" lastIdx="10" clrIdx="0"/>
  <p:cmAuthor id="654" name="未知用户318" initials="未" lastIdx="0" clrIdx="1"/>
  <p:cmAuthor id="655" name="未知用户322" initials="未" lastIdx="10" clrIdx="0"/>
  <p:cmAuthor id="656" name="未知用户323" initials="未" lastIdx="1" clrIdx="0"/>
  <p:cmAuthor id="657" name="未知用户324" initials="未" lastIdx="3" clrIdx="1"/>
  <p:cmAuthor id="658" name="wangxinhui" initials="w" lastIdx="1" clrIdx="0"/>
  <p:cmAuthor id="659" name="未知用户363" initials="未" lastIdx="6" clrIdx="0"/>
  <p:cmAuthor id="660" name="未知用户459" initials="未" lastIdx="1" clrIdx="84"/>
  <p:cmAuthor id="661" name="未知用户470" initials="未" lastIdx="1" clrIdx="0"/>
  <p:cmAuthor id="662" name="未知用户325" initials="未" lastIdx="1" clrIdx="1"/>
  <p:cmAuthor id="663" name="未知用户326" initials="未" lastIdx="1" clrIdx="0"/>
  <p:cmAuthor id="664" name="未知用户365" initials="未" lastIdx="1" clrIdx="0"/>
  <p:cmAuthor id="665" name="未知用户460" initials="未" lastIdx="1" clrIdx="0"/>
  <p:cmAuthor id="666" name="未知用户366" initials="未" lastIdx="3" clrIdx="1"/>
  <p:cmAuthor id="667" name="未知用户461" initials="未" lastIdx="10" clrIdx="0"/>
  <p:cmAuthor id="668" name="未知用户367" initials="未" lastIdx="10" clrIdx="0"/>
  <p:cmAuthor id="669" name="未知用户462" initials="未" lastIdx="1" clrIdx="1"/>
  <p:cmAuthor id="670" name="未知用户463" initials="未" lastIdx="1" clrIdx="0"/>
  <p:cmAuthor id="671" name="未知用户368" initials="未" lastIdx="1" clrIdx="0"/>
  <p:cmAuthor id="672" name="未知用户464" initials="未" lastIdx="1" clrIdx="0"/>
  <p:cmAuthor id="673" name="未知用户369" initials="未" lastIdx="1" clrIdx="0"/>
  <p:cmAuthor id="674" name="未知用户465" initials="未" lastIdx="1" clrIdx="78"/>
  <p:cmAuthor id="675" name="未知用户466" initials="未" lastIdx="1" clrIdx="0"/>
  <p:cmAuthor id="676" name="未知用户467" initials="未" lastIdx="3" clrIdx="1"/>
  <p:cmAuthor id="677" name="未知用户468" initials="未" lastIdx="1" clrIdx="0"/>
  <p:cmAuthor id="678" name="未知用户426" initials="未" lastIdx="1" clrIdx="0"/>
  <p:cmAuthor id="679" name="未知用户371" initials="未" lastIdx="1" clrIdx="1"/>
  <p:cmAuthor id="680" name="未知用户372" initials="未" lastIdx="1" clrIdx="0"/>
  <p:cmAuthor id="681" name="未知用户373" initials="未" lastIdx="8" clrIdx="0"/>
  <p:cmAuthor id="682" name="未知用户374" initials="未" lastIdx="2" clrIdx="0"/>
  <p:cmAuthor id="683" name="未知用户469" initials="未" lastIdx="1" clrIdx="0"/>
  <p:cmAuthor id="684" name="未知用户427" initials="未" lastIdx="8" clrIdx="0"/>
  <p:cmAuthor id="685" name="未知用户375" initials="未" lastIdx="8" clrIdx="0"/>
  <p:cmAuthor id="686" name="未知用户376" initials="未" lastIdx="1" clrIdx="0"/>
  <p:cmAuthor id="687" name="未知用户377" initials="未" lastIdx="1" clrIdx="0"/>
  <p:cmAuthor id="688" name="未知用户428" initials="未" lastIdx="8" clrIdx="0"/>
  <p:cmAuthor id="689" name="未知用户378" initials="未" lastIdx="1" clrIdx="0"/>
  <p:cmAuthor id="690" name="未知用户379" initials="未" lastIdx="1" clrIdx="0"/>
  <p:cmAuthor id="691" name="未知用户339" initials="未" lastIdx="1" clrIdx="0"/>
  <p:cmAuthor id="692" name="未知用户380" initials="未" lastIdx="10" clrIdx="0"/>
  <p:cmAuthor id="693" name="風輕 雲淡" initials="風" lastIdx="1" clrIdx="511"/>
  <p:cmAuthor id="694" name="俊晔 邱" initials="俊" lastIdx="1" clrIdx="87"/>
  <p:cmAuthor id="695" name="annie.gts@outlook.com" initials="a" lastIdx="2" clrIdx="0"/>
  <p:cmAuthor id="696" name="杨 升格" initials="杨" lastIdx="2" clrIdx="0"/>
  <p:cmAuthor id="697" name="lxm" initials="l" lastIdx="1" clrIdx="413"/>
  <p:cmAuthor id="698" name="未知用户277" initials="未" lastIdx="1" clrIdx="1"/>
  <p:cmAuthor id="699" name="未知的使用者96" initials="未" lastIdx="2" clrIdx="0"/>
  <p:cmAuthor id="700" name="未知用户319" initials="未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  <a:srgbClr val="FF3300"/>
    <a:srgbClr val="CCCC00"/>
    <a:srgbClr val="FFCC99"/>
    <a:srgbClr val="000099"/>
    <a:srgbClr val="00FF0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570"/>
    <p:restoredTop sz="91456"/>
  </p:normalViewPr>
  <p:slideViewPr>
    <p:cSldViewPr showGuides="1">
      <p:cViewPr>
        <p:scale>
          <a:sx n="77" d="100"/>
          <a:sy n="77" d="100"/>
        </p:scale>
        <p:origin x="-1284" y="-30"/>
      </p:cViewPr>
      <p:guideLst>
        <p:guide orient="horz" pos="3075"/>
        <p:guide pos="959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5" Type="http://schemas.openxmlformats.org/officeDocument/2006/relationships/commentAuthors" Target="commentAuthors.xml"/><Relationship Id="rId74" Type="http://schemas.openxmlformats.org/officeDocument/2006/relationships/tableStyles" Target="tableStyles.xml"/><Relationship Id="rId73" Type="http://schemas.openxmlformats.org/officeDocument/2006/relationships/viewProps" Target="viewProps.xml"/><Relationship Id="rId72" Type="http://schemas.openxmlformats.org/officeDocument/2006/relationships/presProps" Target="presProps.xml"/><Relationship Id="rId71" Type="http://schemas.openxmlformats.org/officeDocument/2006/relationships/handoutMaster" Target="handoutMasters/handoutMaster1.xml"/><Relationship Id="rId70" Type="http://schemas.openxmlformats.org/officeDocument/2006/relationships/slide" Target="slides/slide61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60.xml"/><Relationship Id="rId68" Type="http://schemas.openxmlformats.org/officeDocument/2006/relationships/slide" Target="slides/slide59.xml"/><Relationship Id="rId67" Type="http://schemas.openxmlformats.org/officeDocument/2006/relationships/slide" Target="slides/slide58.xml"/><Relationship Id="rId66" Type="http://schemas.openxmlformats.org/officeDocument/2006/relationships/slide" Target="slides/slide57.xml"/><Relationship Id="rId65" Type="http://schemas.openxmlformats.org/officeDocument/2006/relationships/slide" Target="slides/slide56.xml"/><Relationship Id="rId64" Type="http://schemas.openxmlformats.org/officeDocument/2006/relationships/slide" Target="slides/slide55.xml"/><Relationship Id="rId63" Type="http://schemas.openxmlformats.org/officeDocument/2006/relationships/slide" Target="slides/slide54.xml"/><Relationship Id="rId62" Type="http://schemas.openxmlformats.org/officeDocument/2006/relationships/slide" Target="slides/slide53.xml"/><Relationship Id="rId61" Type="http://schemas.openxmlformats.org/officeDocument/2006/relationships/slide" Target="slides/slide52.xml"/><Relationship Id="rId60" Type="http://schemas.openxmlformats.org/officeDocument/2006/relationships/slide" Target="slides/slide51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0.xml"/><Relationship Id="rId58" Type="http://schemas.openxmlformats.org/officeDocument/2006/relationships/slide" Target="slides/slide49.xml"/><Relationship Id="rId57" Type="http://schemas.openxmlformats.org/officeDocument/2006/relationships/slide" Target="slides/slide48.xml"/><Relationship Id="rId56" Type="http://schemas.openxmlformats.org/officeDocument/2006/relationships/slide" Target="slides/slide47.xml"/><Relationship Id="rId55" Type="http://schemas.openxmlformats.org/officeDocument/2006/relationships/slide" Target="slides/slide46.xml"/><Relationship Id="rId54" Type="http://schemas.openxmlformats.org/officeDocument/2006/relationships/slide" Target="slides/slide45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0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0" Type="http://schemas.openxmlformats.org/officeDocument/2006/relationships/slide" Target="slides/slide3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spcBef>
                <a:spcPct val="0"/>
              </a:spcBef>
            </a:pPr>
            <a:fld id="{9A0DB2DC-4C9A-4742-B13C-FB6460FD3503}" type="slidenum">
              <a:rPr lang="zh-TW" altLang="en-US" sz="1200" b="0" strike="noStrike" noProof="1" dirty="0">
                <a:latin typeface="Times New Roman" panose="02020603050405020304" pitchFamily="18" charset="0"/>
                <a:ea typeface="新細明體" panose="02020500000000000000" pitchFamily="18" charset="-120"/>
                <a:cs typeface="+mn-ea"/>
              </a:rPr>
            </a:fld>
            <a:endParaRPr lang="en-US" altLang="zh-TW" sz="1200" b="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8851" name="Rectangle 3"/>
          <p:cNvSpPr/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rPr>
              <a:t>按一下以編輯母片文字樣式</a:t>
            </a:r>
            <a:endParaRPr kumimoji="1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rPr>
              <a:t>第二層</a:t>
            </a:r>
            <a:endParaRPr kumimoji="1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rPr>
              <a:t>第三層</a:t>
            </a:r>
            <a:endParaRPr kumimoji="1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rPr>
              <a:t>第四層</a:t>
            </a:r>
            <a:endParaRPr kumimoji="1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rPr>
              <a:t>第五層</a:t>
            </a:r>
            <a:endParaRPr kumimoji="1" lang="zh-TW" altLang="zh-TW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spcBef>
                <a:spcPct val="0"/>
              </a:spcBef>
            </a:pPr>
            <a:fld id="{9A0DB2DC-4C9A-4742-B13C-FB6460FD3503}" type="slidenum">
              <a:rPr lang="zh-TW" altLang="en-US" sz="1200" b="0" strike="noStrike" noProof="1" dirty="0">
                <a:latin typeface="Times New Roman" panose="02020603050405020304" pitchFamily="18" charset="0"/>
                <a:ea typeface="新細明體" panose="02020500000000000000" pitchFamily="18" charset="-120"/>
                <a:cs typeface="+mn-ea"/>
              </a:rPr>
            </a:fld>
            <a:endParaRPr lang="en-US" altLang="zh-TW" sz="1200" b="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09" name="投影片圖像版面配置區 1"/>
          <p:cNvSpPr/>
          <p:nvPr>
            <p:ph type="sldImg"/>
          </p:nvPr>
        </p:nvSpPr>
        <p:spPr/>
      </p:sp>
      <p:sp>
        <p:nvSpPr>
          <p:cNvPr id="94210" name="文字版面配置區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TW"/>
              <a:t>ADMB08 </a:t>
            </a:r>
            <a:r>
              <a:rPr lang="zh-TW" altLang="en-US"/>
              <a:t>：</a:t>
            </a:r>
            <a:r>
              <a:rPr lang="en-US" altLang="zh-TW"/>
              <a:t>ERP</a:t>
            </a:r>
            <a:r>
              <a:rPr lang="zh-TW" altLang="en-US"/>
              <a:t>正式公司別</a:t>
            </a:r>
            <a:r>
              <a:rPr lang="en-US" altLang="zh-TW"/>
              <a:t>COPY</a:t>
            </a:r>
            <a:r>
              <a:rPr lang="zh-TW" altLang="en-US"/>
              <a:t>測試公司別</a:t>
            </a:r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投影片圖像版面配置區 1"/>
          <p:cNvSpPr/>
          <p:nvPr>
            <p:ph type="sldImg"/>
          </p:nvPr>
        </p:nvSpPr>
        <p:spPr/>
      </p:sp>
      <p:sp>
        <p:nvSpPr>
          <p:cNvPr id="132098" name="文字版面配置區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4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5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14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tags" Target="../tags/tag16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17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tags" Target="../tags/tag23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tags" Target="../tags/tag25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4" Type="http://schemas.openxmlformats.org/officeDocument/2006/relationships/tags" Target="../tags/tag33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4" Type="http://schemas.openxmlformats.org/officeDocument/2006/relationships/tags" Target="../tags/tag34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4" Type="http://schemas.openxmlformats.org/officeDocument/2006/relationships/tags" Target="../tags/tag35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4" Type="http://schemas.openxmlformats.org/officeDocument/2006/relationships/tags" Target="../tags/tag44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4" Type="http://schemas.openxmlformats.org/officeDocument/2006/relationships/tags" Target="../tags/tag45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4" Type="http://schemas.openxmlformats.org/officeDocument/2006/relationships/tags" Target="../tags/tag46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4" Type="http://schemas.openxmlformats.org/officeDocument/2006/relationships/tags" Target="../tags/tag53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4" Type="http://schemas.openxmlformats.org/officeDocument/2006/relationships/tags" Target="../tags/tag54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4" Type="http://schemas.openxmlformats.org/officeDocument/2006/relationships/tags" Target="../tags/tag55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4" Type="http://schemas.openxmlformats.org/officeDocument/2006/relationships/tags" Target="../tags/tag56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4" Type="http://schemas.openxmlformats.org/officeDocument/2006/relationships/tags" Target="../tags/tag63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4" Type="http://schemas.openxmlformats.org/officeDocument/2006/relationships/tags" Target="../tags/tag64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4" Type="http://schemas.openxmlformats.org/officeDocument/2006/relationships/tags" Target="../tags/tag65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4" Type="http://schemas.openxmlformats.org/officeDocument/2006/relationships/tags" Target="../tags/tag66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頁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圖片 3" descr="D:\工作區\2022工作區\01_40周年\簡報提案\pic\封面_藍.jpg封面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588"/>
            <a:ext cx="9140825" cy="5140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6" name="圖片 4" descr="D:\工作區\2022工作區\01_40周年\簡報提案\pic\字與slogan\贏在數位價值.png贏在數位價值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59675" y="4927600"/>
            <a:ext cx="1438275" cy="98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7" name="圖片 173" descr="鼎新logo_反白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5900" y="134938"/>
            <a:ext cx="1214438" cy="333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1015" y="960358"/>
            <a:ext cx="8139113" cy="1855928"/>
          </a:xfrm>
        </p:spPr>
        <p:txBody>
          <a:bodyPr lIns="101600" tIns="38100" rIns="25400" bIns="38100" anchor="ctr" anchorCtr="0">
            <a:noAutofit/>
          </a:bodyPr>
          <a:lstStyle>
            <a:lvl1pPr algn="ctr">
              <a:defRPr sz="3375" b="1" spc="6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TW" altLang="en-US" sz="3375" strike="noStrike" noProof="1" dirty="0"/>
              <a:t>按一下以編輯標題</a:t>
            </a:r>
            <a:endParaRPr lang="zh-TW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424859" y="3726133"/>
            <a:ext cx="4320000" cy="297074"/>
          </a:xfrm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u="none" strike="noStrike" kern="1200" cap="none" spc="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TW" altLang="en-US" strike="noStrike" noProof="1" dirty="0"/>
              <a:t>按一下編輯單位名稱</a:t>
            </a:r>
            <a:endParaRPr lang="zh-TW" altLang="en-US" strike="noStrike" noProof="1" dirty="0"/>
          </a:p>
        </p:txBody>
      </p:sp>
      <p:sp>
        <p:nvSpPr>
          <p:cNvPr id="177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2424859" y="4468817"/>
            <a:ext cx="4320000" cy="291061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TW" altLang="en-US" sz="15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TW" altLang="en-US" strike="noStrike" noProof="1" dirty="0"/>
              <a:t>按一下編輯日期</a:t>
            </a:r>
            <a:endParaRPr lang="zh-TW" altLang="en-US" strike="noStrike" noProof="1" dirty="0"/>
          </a:p>
        </p:txBody>
      </p:sp>
      <p:sp>
        <p:nvSpPr>
          <p:cNvPr id="180" name="文本占位符 2"/>
          <p:cNvSpPr>
            <a:spLocks noGrp="1"/>
          </p:cNvSpPr>
          <p:nvPr>
            <p:ph type="body" idx="14" hasCustomPrompt="1"/>
          </p:nvPr>
        </p:nvSpPr>
        <p:spPr>
          <a:xfrm>
            <a:off x="2424827" y="4036739"/>
            <a:ext cx="4320064" cy="344891"/>
          </a:xfrm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100" b="0" u="none" strike="noStrike" kern="1200" cap="none" spc="2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TW" altLang="en-US" strike="noStrike" noProof="1" dirty="0"/>
              <a:t>按一下編輯簡報人</a:t>
            </a:r>
            <a:endParaRPr lang="zh-TW" altLang="en-US" strike="noStrike" noProof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齊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4813" y="540202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405000" y="1134280"/>
            <a:ext cx="8370000" cy="3264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 smtClean="0"/>
          </a:p>
          <a:p>
            <a:pPr lvl="1" fontAlgn="auto"/>
            <a:r>
              <a:rPr lang="zh-TW" altLang="en-US" strike="noStrike" noProof="1" smtClean="0"/>
              <a:t>第二層</a:t>
            </a:r>
            <a:endParaRPr lang="zh-TW" altLang="en-US" strike="noStrike" noProof="1" smtClean="0"/>
          </a:p>
          <a:p>
            <a:pPr lvl="2" fontAlgn="auto"/>
            <a:r>
              <a:rPr lang="zh-TW" altLang="en-US" strike="noStrike" noProof="1" smtClean="0"/>
              <a:t>第三層</a:t>
            </a:r>
            <a:endParaRPr lang="zh-TW" altLang="en-US" strike="noStrike" noProof="1" smtClean="0"/>
          </a:p>
          <a:p>
            <a:pPr lvl="3" fontAlgn="auto"/>
            <a:r>
              <a:rPr lang="zh-TW" altLang="en-US" strike="noStrike" noProof="1" smtClean="0"/>
              <a:t>第四層</a:t>
            </a:r>
            <a:endParaRPr lang="zh-TW" altLang="en-US" strike="noStrike" noProof="1" smtClean="0"/>
          </a:p>
          <a:p>
            <a:pPr lvl="4" fontAlgn="auto"/>
            <a:r>
              <a:rPr lang="zh-TW" altLang="en-US" strike="noStrike" noProof="1" smtClean="0"/>
              <a:t>第五層</a:t>
            </a:r>
            <a:endParaRPr lang="zh-TW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居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4813" y="540202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813" y="1134231"/>
            <a:ext cx="8370094" cy="36459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5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lang="zh-TW" altLang="en-US" strike="noStrike" noProof="1" dirty="0"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底紋_齊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0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2" name="圖片 2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04813" y="540202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04813" y="1134231"/>
            <a:ext cx="8370094" cy="35108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 smtClean="0"/>
          </a:p>
          <a:p>
            <a:pPr lvl="1" fontAlgn="auto"/>
            <a:r>
              <a:rPr lang="zh-TW" altLang="en-US" strike="noStrike" noProof="1" smtClean="0"/>
              <a:t>第二層</a:t>
            </a:r>
            <a:endParaRPr lang="zh-TW" altLang="en-US" strike="noStrike" noProof="1" smtClean="0"/>
          </a:p>
          <a:p>
            <a:pPr lvl="2" fontAlgn="auto"/>
            <a:r>
              <a:rPr lang="zh-TW" altLang="en-US" strike="noStrike" noProof="1" smtClean="0"/>
              <a:t>第三層</a:t>
            </a:r>
            <a:endParaRPr lang="zh-TW" altLang="en-US" strike="noStrike" noProof="1" smtClean="0"/>
          </a:p>
          <a:p>
            <a:pPr lvl="3" fontAlgn="auto"/>
            <a:r>
              <a:rPr lang="zh-TW" altLang="en-US" strike="noStrike" noProof="1" smtClean="0"/>
              <a:t>第四層</a:t>
            </a:r>
            <a:endParaRPr lang="zh-TW" altLang="en-US" strike="noStrike" noProof="1" smtClean="0"/>
          </a:p>
          <a:p>
            <a:pPr lvl="4" fontAlgn="auto"/>
            <a:r>
              <a:rPr lang="zh-TW" altLang="en-US" strike="noStrike" noProof="1" smtClean="0"/>
              <a:t>第五層</a:t>
            </a:r>
            <a:endParaRPr lang="zh-TW" altLang="en-US" strike="noStrike" noProof="1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底紋_居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0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6" name="圖片 2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04813" y="540202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04813" y="1134231"/>
            <a:ext cx="8370094" cy="36459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5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lang="zh-TW" altLang="en-US" strike="noStrike" noProof="1" dirty="0">
              <a:sym typeface="+mn-ea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底紋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0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0" name="圖片 4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白底_雙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占位符 2"/>
          <p:cNvSpPr>
            <a:spLocks noGrp="1"/>
          </p:cNvSpPr>
          <p:nvPr>
            <p:ph type="body" idx="1"/>
          </p:nvPr>
        </p:nvSpPr>
        <p:spPr>
          <a:xfrm>
            <a:off x="405000" y="1210423"/>
            <a:ext cx="3962432" cy="351086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TW" altLang="en-US" strike="noStrike" noProof="1" dirty="0"/>
              <a:t>按一下以編輯母片文字樣式</a:t>
            </a:r>
            <a:endParaRPr lang="zh-TW" altLang="en-US" strike="noStrike" noProof="1" dirty="0"/>
          </a:p>
        </p:txBody>
      </p:sp>
      <p:sp>
        <p:nvSpPr>
          <p:cNvPr id="11" name="内容占位符 3"/>
          <p:cNvSpPr>
            <a:spLocks noGrp="1"/>
          </p:cNvSpPr>
          <p:nvPr>
            <p:ph sz="half" idx="2"/>
          </p:nvPr>
        </p:nvSpPr>
        <p:spPr>
          <a:xfrm>
            <a:off x="405000" y="1606497"/>
            <a:ext cx="3962400" cy="297073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strike="noStrike" noProof="1" dirty="0">
              <a:sym typeface="+mn-ea"/>
            </a:endParaRPr>
          </a:p>
          <a:p>
            <a:pPr lvl="1" fontAlgn="auto"/>
            <a:r>
              <a:rPr strike="noStrike" noProof="1" dirty="0">
                <a:sym typeface="+mn-ea"/>
              </a:rPr>
              <a:t>第二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  <a:p>
            <a:pPr lvl="2" fontAlgn="auto"/>
            <a:r>
              <a:rPr strike="noStrike" noProof="1" dirty="0">
                <a:sym typeface="+mn-ea"/>
              </a:rPr>
              <a:t>第三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  <a:p>
            <a:pPr lvl="3" fontAlgn="auto"/>
            <a:r>
              <a:rPr strike="noStrike" noProof="1" dirty="0">
                <a:sym typeface="+mn-ea"/>
              </a:rPr>
              <a:t>第四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  <a:p>
            <a:pPr lvl="4" fontAlgn="auto"/>
            <a:r>
              <a:rPr strike="noStrike" noProof="1" dirty="0">
                <a:sym typeface="+mn-ea"/>
              </a:rPr>
              <a:t>第五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</p:txBody>
      </p:sp>
      <p:sp>
        <p:nvSpPr>
          <p:cNvPr id="12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76813" y="1210423"/>
            <a:ext cx="3962432" cy="351086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TW" altLang="en-US" sz="15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strike="noStrike" noProof="1" dirty="0">
              <a:sym typeface="+mn-ea"/>
            </a:endParaRPr>
          </a:p>
        </p:txBody>
      </p:sp>
      <p:sp>
        <p:nvSpPr>
          <p:cNvPr id="13" name="内容占位符 5"/>
          <p:cNvSpPr>
            <a:spLocks noGrp="1"/>
          </p:cNvSpPr>
          <p:nvPr>
            <p:ph sz="quarter" idx="4"/>
          </p:nvPr>
        </p:nvSpPr>
        <p:spPr>
          <a:xfrm>
            <a:off x="4676813" y="1606497"/>
            <a:ext cx="3962432" cy="297073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strike="noStrike" noProof="1" dirty="0">
              <a:sym typeface="+mn-ea"/>
            </a:endParaRPr>
          </a:p>
          <a:p>
            <a:pPr lvl="1" fontAlgn="auto"/>
            <a:r>
              <a:rPr strike="noStrike" noProof="1" dirty="0">
                <a:sym typeface="+mn-ea"/>
              </a:rPr>
              <a:t>第二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  <a:p>
            <a:pPr lvl="2" fontAlgn="auto"/>
            <a:r>
              <a:rPr strike="noStrike" noProof="1" dirty="0">
                <a:sym typeface="+mn-ea"/>
              </a:rPr>
              <a:t>第三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  <a:p>
            <a:pPr lvl="3" fontAlgn="auto"/>
            <a:r>
              <a:rPr strike="noStrike" noProof="1" dirty="0">
                <a:sym typeface="+mn-ea"/>
              </a:rPr>
              <a:t>第四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  <a:p>
            <a:pPr lvl="4" fontAlgn="auto"/>
            <a:r>
              <a:rPr strike="noStrike" noProof="1" dirty="0">
                <a:sym typeface="+mn-ea"/>
              </a:rPr>
              <a:t>第五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405000" y="540202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4" name="灯片编号占位符 8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結尾頁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圖片 5" descr="D:\工作區\2022工作區\01_40周年\簡報提案\pic\結尾_藍.jpg結尾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2413" cy="5141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8" name="圖片 2" descr="D:\工作區\2022工作區\01_40周年\簡報提案\pic\字與slogan\贏在數位價值反白.png贏在數位價值反白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59675" y="4927600"/>
            <a:ext cx="1446213" cy="98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9" name="圖片 173" descr="鼎新logo_反白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5900" y="134938"/>
            <a:ext cx="1214438" cy="333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>
          <a:xfrm>
            <a:off x="521048" y="1755434"/>
            <a:ext cx="8100000" cy="1215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4050" b="1" u="none" strike="noStrike" kern="1200" cap="none" spc="600" normalizeH="0">
                <a:solidFill>
                  <a:schemeClr val="bg1"/>
                </a:solidFill>
                <a:uFillTx/>
                <a:latin typeface="+標題中文字型" charset="0"/>
                <a:ea typeface="+mj-ea"/>
              </a:defRPr>
            </a:lvl1pPr>
          </a:lstStyle>
          <a:p>
            <a:pPr fontAlgn="auto"/>
            <a:r>
              <a:rPr lang="zh-TW" altLang="en-US" sz="4050" strike="noStrike" noProof="1" smtClean="0"/>
              <a:t>按一下以編輯母片標題樣式</a:t>
            </a:r>
            <a:endParaRPr lang="zh-TW" altLang="en-US" strike="noStrike" noProof="1" smtClean="0"/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521048" y="3011120"/>
            <a:ext cx="8100000" cy="49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頁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圖片 3" descr="D:\工作區\2022工作區\01_40周年\簡報提案\pic\封面_藍.jpg封面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588"/>
            <a:ext cx="9140825" cy="5140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2" name="圖片 4" descr="D:\工作區\2022工作區\01_40周年\簡報提案\pic\字與slogan\贏在數位價值.png贏在數位價值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59675" y="4927600"/>
            <a:ext cx="1438275" cy="98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3" name="圖片 173" descr="鼎新logo_反白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5900" y="134938"/>
            <a:ext cx="1214438" cy="333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1015" y="960358"/>
            <a:ext cx="8139113" cy="1855928"/>
          </a:xfrm>
        </p:spPr>
        <p:txBody>
          <a:bodyPr lIns="101600" tIns="38100" rIns="25400" bIns="38100" anchor="ctr" anchorCtr="0">
            <a:noAutofit/>
          </a:bodyPr>
          <a:lstStyle>
            <a:lvl1pPr algn="ctr">
              <a:defRPr sz="3375" b="1" spc="6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TW" altLang="en-US" sz="3375" strike="noStrike" noProof="1" dirty="0"/>
              <a:t>按一下以編輯標題</a:t>
            </a:r>
            <a:endParaRPr lang="zh-TW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424859" y="3726132"/>
            <a:ext cx="4320000" cy="297074"/>
          </a:xfrm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u="none" strike="noStrike" kern="1200" cap="none" spc="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TW" altLang="en-US" strike="noStrike" noProof="1" dirty="0"/>
              <a:t>按一下編輯單位名稱</a:t>
            </a:r>
            <a:endParaRPr lang="zh-TW" altLang="en-US" strike="noStrike" noProof="1" dirty="0"/>
          </a:p>
        </p:txBody>
      </p:sp>
      <p:sp>
        <p:nvSpPr>
          <p:cNvPr id="177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2424859" y="4468816"/>
            <a:ext cx="4320000" cy="291061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TW" altLang="en-US" sz="15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TW" altLang="en-US" strike="noStrike" noProof="1" dirty="0"/>
              <a:t>按一下編輯日期</a:t>
            </a:r>
            <a:endParaRPr lang="zh-TW" altLang="en-US" strike="noStrike" noProof="1" dirty="0"/>
          </a:p>
        </p:txBody>
      </p:sp>
      <p:sp>
        <p:nvSpPr>
          <p:cNvPr id="180" name="文本占位符 2"/>
          <p:cNvSpPr>
            <a:spLocks noGrp="1"/>
          </p:cNvSpPr>
          <p:nvPr>
            <p:ph type="body" idx="14" hasCustomPrompt="1"/>
          </p:nvPr>
        </p:nvSpPr>
        <p:spPr>
          <a:xfrm>
            <a:off x="2424827" y="4036739"/>
            <a:ext cx="4320064" cy="344891"/>
          </a:xfrm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100" b="0" u="none" strike="noStrike" kern="1200" cap="none" spc="2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TW" altLang="en-US" strike="noStrike" noProof="1" dirty="0"/>
              <a:t>按一下編輯簡報人</a:t>
            </a:r>
            <a:endParaRPr lang="zh-TW" altLang="en-US" strike="noStrike" noProof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齊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405000" y="1134280"/>
            <a:ext cx="8370000" cy="3264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 smtClean="0"/>
          </a:p>
          <a:p>
            <a:pPr lvl="1" fontAlgn="auto"/>
            <a:r>
              <a:rPr lang="zh-TW" altLang="en-US" strike="noStrike" noProof="1" smtClean="0"/>
              <a:t>第二層</a:t>
            </a:r>
            <a:endParaRPr lang="zh-TW" altLang="en-US" strike="noStrike" noProof="1" smtClean="0"/>
          </a:p>
          <a:p>
            <a:pPr lvl="2" fontAlgn="auto"/>
            <a:r>
              <a:rPr lang="zh-TW" altLang="en-US" strike="noStrike" noProof="1" smtClean="0"/>
              <a:t>第三層</a:t>
            </a:r>
            <a:endParaRPr lang="zh-TW" altLang="en-US" strike="noStrike" noProof="1" smtClean="0"/>
          </a:p>
          <a:p>
            <a:pPr lvl="3" fontAlgn="auto"/>
            <a:r>
              <a:rPr lang="zh-TW" altLang="en-US" strike="noStrike" noProof="1" smtClean="0"/>
              <a:t>第四層</a:t>
            </a:r>
            <a:endParaRPr lang="zh-TW" altLang="en-US" strike="noStrike" noProof="1" smtClean="0"/>
          </a:p>
          <a:p>
            <a:pPr lvl="4" fontAlgn="auto"/>
            <a:r>
              <a:rPr lang="zh-TW" altLang="en-US" strike="noStrike" noProof="1" smtClean="0"/>
              <a:t>第五層</a:t>
            </a:r>
            <a:endParaRPr lang="zh-TW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居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813" y="1134231"/>
            <a:ext cx="8370094" cy="36459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5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lang="zh-TW" altLang="en-US" strike="noStrike" noProof="1" dirty="0"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白底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底紋_齊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2" name="圖片 2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04813" y="1134231"/>
            <a:ext cx="8370094" cy="35108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 smtClean="0"/>
          </a:p>
          <a:p>
            <a:pPr lvl="1" fontAlgn="auto"/>
            <a:r>
              <a:rPr lang="zh-TW" altLang="en-US" strike="noStrike" noProof="1" smtClean="0"/>
              <a:t>第二層</a:t>
            </a:r>
            <a:endParaRPr lang="zh-TW" altLang="en-US" strike="noStrike" noProof="1" smtClean="0"/>
          </a:p>
          <a:p>
            <a:pPr lvl="2" fontAlgn="auto"/>
            <a:r>
              <a:rPr lang="zh-TW" altLang="en-US" strike="noStrike" noProof="1" smtClean="0"/>
              <a:t>第三層</a:t>
            </a:r>
            <a:endParaRPr lang="zh-TW" altLang="en-US" strike="noStrike" noProof="1" smtClean="0"/>
          </a:p>
          <a:p>
            <a:pPr lvl="3" fontAlgn="auto"/>
            <a:r>
              <a:rPr lang="zh-TW" altLang="en-US" strike="noStrike" noProof="1" smtClean="0"/>
              <a:t>第四層</a:t>
            </a:r>
            <a:endParaRPr lang="zh-TW" altLang="en-US" strike="noStrike" noProof="1" smtClean="0"/>
          </a:p>
          <a:p>
            <a:pPr lvl="4" fontAlgn="auto"/>
            <a:r>
              <a:rPr lang="zh-TW" altLang="en-US" strike="noStrike" noProof="1" smtClean="0"/>
              <a:t>第五層</a:t>
            </a:r>
            <a:endParaRPr lang="zh-TW" altLang="en-US" strike="noStrike" noProof="1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底紋_居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6" name="圖片 2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04813" y="1134231"/>
            <a:ext cx="8370094" cy="36459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5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lang="zh-TW" altLang="en-US" strike="noStrike" noProof="1" dirty="0">
              <a:sym typeface="+mn-ea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底紋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0" name="圖片 4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底紋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4" name="圖片 4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結尾頁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7" name="圖片 5" descr="D:\工作區\2022工作區\01_40周年\簡報提案\pic\結尾_藍.jpg結尾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2413" cy="5143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28" name="圖片 2" descr="D:\工作區\2022工作區\01_40周年\簡報提案\pic\字與slogan\贏在數位價值反白.png贏在數位價值反白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59675" y="4927600"/>
            <a:ext cx="1446213" cy="1000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29" name="圖片 173" descr="鼎新logo_反白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5900" y="134938"/>
            <a:ext cx="1214438" cy="333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>
          <a:xfrm>
            <a:off x="521048" y="1755434"/>
            <a:ext cx="8100000" cy="1215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4050" b="1" u="none" strike="noStrike" kern="1200" cap="none" spc="600" normalizeH="0">
                <a:solidFill>
                  <a:schemeClr val="bg1"/>
                </a:solidFill>
                <a:uFillTx/>
                <a:latin typeface="+標題中文字型" charset="0"/>
                <a:ea typeface="+mj-ea"/>
              </a:defRPr>
            </a:lvl1pPr>
          </a:lstStyle>
          <a:p>
            <a:pPr fontAlgn="auto"/>
            <a:r>
              <a:rPr lang="zh-TW" altLang="en-US" sz="4050" strike="noStrike" noProof="1" smtClean="0"/>
              <a:t>按一下以編輯母片標題樣式</a:t>
            </a:r>
            <a:endParaRPr lang="zh-TW" altLang="en-US" strike="noStrike" noProof="1" smtClean="0"/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521048" y="3011120"/>
            <a:ext cx="8100000" cy="49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頁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1" name="圖片 3" descr="D:\工作區\2022工作區\01_40周年\簡報提案\pic\封面_藍.jpg封面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588"/>
            <a:ext cx="9140825" cy="5140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2" name="圖片 4" descr="D:\工作區\2022工作區\01_40周年\簡報提案\pic\字與slogan\贏在數位價值.png贏在數位價值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59675" y="4927600"/>
            <a:ext cx="1438275" cy="98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3" name="圖片 173" descr="鼎新logo_反白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5900" y="134938"/>
            <a:ext cx="1214438" cy="333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1015" y="960358"/>
            <a:ext cx="8139113" cy="1855928"/>
          </a:xfrm>
        </p:spPr>
        <p:txBody>
          <a:bodyPr lIns="101600" tIns="38100" rIns="25400" bIns="38100" anchor="ctr" anchorCtr="0">
            <a:noAutofit/>
          </a:bodyPr>
          <a:lstStyle>
            <a:lvl1pPr algn="ctr">
              <a:defRPr sz="3375" b="1" spc="6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TW" altLang="en-US" sz="3375" strike="noStrike" noProof="1" dirty="0"/>
              <a:t>按一下以編輯標題</a:t>
            </a:r>
            <a:endParaRPr lang="zh-TW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424859" y="3726132"/>
            <a:ext cx="4320000" cy="297074"/>
          </a:xfrm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u="none" strike="noStrike" kern="1200" cap="none" spc="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2565" indent="0" algn="ctr">
              <a:buNone/>
              <a:defRPr sz="1200"/>
            </a:lvl9pPr>
          </a:lstStyle>
          <a:p>
            <a:pPr fontAlgn="auto"/>
            <a:r>
              <a:rPr lang="zh-TW" altLang="en-US" strike="noStrike" noProof="1" dirty="0"/>
              <a:t>按一下編輯單位名稱</a:t>
            </a:r>
            <a:endParaRPr lang="zh-TW" altLang="en-US" strike="noStrike" noProof="1" dirty="0"/>
          </a:p>
        </p:txBody>
      </p:sp>
      <p:sp>
        <p:nvSpPr>
          <p:cNvPr id="177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2424859" y="4468816"/>
            <a:ext cx="4320000" cy="291061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TW" altLang="en-US" sz="15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25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TW" altLang="en-US" strike="noStrike" noProof="1" dirty="0"/>
              <a:t>按一下編輯日期</a:t>
            </a:r>
            <a:endParaRPr lang="zh-TW" altLang="en-US" strike="noStrike" noProof="1" dirty="0"/>
          </a:p>
        </p:txBody>
      </p:sp>
      <p:sp>
        <p:nvSpPr>
          <p:cNvPr id="180" name="文本占位符 2"/>
          <p:cNvSpPr>
            <a:spLocks noGrp="1"/>
          </p:cNvSpPr>
          <p:nvPr>
            <p:ph type="body" idx="14" hasCustomPrompt="1"/>
          </p:nvPr>
        </p:nvSpPr>
        <p:spPr>
          <a:xfrm>
            <a:off x="2424827" y="4036739"/>
            <a:ext cx="4320064" cy="344891"/>
          </a:xfrm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100" b="0" u="none" strike="noStrike" kern="1200" cap="none" spc="2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2565" indent="0">
              <a:buNone/>
              <a:defRPr sz="1200" b="1"/>
            </a:lvl9pPr>
          </a:lstStyle>
          <a:p>
            <a:pPr lvl="0" fontAlgn="auto"/>
            <a:r>
              <a:rPr lang="zh-TW" altLang="en-US" strike="noStrike" noProof="1" dirty="0"/>
              <a:t>按一下編輯簡報人</a:t>
            </a:r>
            <a:endParaRPr lang="zh-TW" altLang="en-US" strike="noStrike" noProof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齊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5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405000" y="1134280"/>
            <a:ext cx="8370000" cy="3264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 smtClean="0"/>
          </a:p>
          <a:p>
            <a:pPr lvl="1" fontAlgn="auto"/>
            <a:r>
              <a:rPr lang="zh-TW" altLang="en-US" strike="noStrike" noProof="1" smtClean="0"/>
              <a:t>第二層</a:t>
            </a:r>
            <a:endParaRPr lang="zh-TW" altLang="en-US" strike="noStrike" noProof="1" smtClean="0"/>
          </a:p>
          <a:p>
            <a:pPr lvl="2" fontAlgn="auto"/>
            <a:r>
              <a:rPr lang="zh-TW" altLang="en-US" strike="noStrike" noProof="1" smtClean="0"/>
              <a:t>第三層</a:t>
            </a:r>
            <a:endParaRPr lang="zh-TW" altLang="en-US" strike="noStrike" noProof="1" smtClean="0"/>
          </a:p>
          <a:p>
            <a:pPr lvl="3" fontAlgn="auto"/>
            <a:r>
              <a:rPr lang="zh-TW" altLang="en-US" strike="noStrike" noProof="1" smtClean="0"/>
              <a:t>第四層</a:t>
            </a:r>
            <a:endParaRPr lang="zh-TW" altLang="en-US" strike="noStrike" noProof="1" smtClean="0"/>
          </a:p>
          <a:p>
            <a:pPr lvl="4" fontAlgn="auto"/>
            <a:r>
              <a:rPr lang="zh-TW" altLang="en-US" strike="noStrike" noProof="1" smtClean="0"/>
              <a:t>第五層</a:t>
            </a:r>
            <a:endParaRPr lang="zh-TW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居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813" y="1134231"/>
            <a:ext cx="8370094" cy="36459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5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lang="zh-TW" altLang="en-US" strike="noStrike" noProof="1" dirty="0"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3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底紋_齊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7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0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48" name="圖片 2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04813" y="1134231"/>
            <a:ext cx="8370094" cy="35108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 smtClean="0"/>
          </a:p>
          <a:p>
            <a:pPr lvl="1" fontAlgn="auto"/>
            <a:r>
              <a:rPr lang="zh-TW" altLang="en-US" strike="noStrike" noProof="1" smtClean="0"/>
              <a:t>第二層</a:t>
            </a:r>
            <a:endParaRPr lang="zh-TW" altLang="en-US" strike="noStrike" noProof="1" smtClean="0"/>
          </a:p>
          <a:p>
            <a:pPr lvl="2" fontAlgn="auto"/>
            <a:r>
              <a:rPr lang="zh-TW" altLang="en-US" strike="noStrike" noProof="1" smtClean="0"/>
              <a:t>第三層</a:t>
            </a:r>
            <a:endParaRPr lang="zh-TW" altLang="en-US" strike="noStrike" noProof="1" smtClean="0"/>
          </a:p>
          <a:p>
            <a:pPr lvl="3" fontAlgn="auto"/>
            <a:r>
              <a:rPr lang="zh-TW" altLang="en-US" strike="noStrike" noProof="1" smtClean="0"/>
              <a:t>第四層</a:t>
            </a:r>
            <a:endParaRPr lang="zh-TW" altLang="en-US" strike="noStrike" noProof="1" smtClean="0"/>
          </a:p>
          <a:p>
            <a:pPr lvl="4" fontAlgn="auto"/>
            <a:r>
              <a:rPr lang="zh-TW" altLang="en-US" strike="noStrike" noProof="1" smtClean="0"/>
              <a:t>第五層</a:t>
            </a:r>
            <a:endParaRPr lang="zh-TW" altLang="en-US" strike="noStrike" noProof="1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底紋_居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1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0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772" name="圖片 2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04813" y="1134231"/>
            <a:ext cx="8370094" cy="36459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5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lang="zh-TW" altLang="en-US" strike="noStrike" noProof="1" dirty="0">
              <a:sym typeface="+mn-ea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底紋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5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0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6" name="圖片 4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白底_雙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9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占位符 2"/>
          <p:cNvSpPr>
            <a:spLocks noGrp="1"/>
          </p:cNvSpPr>
          <p:nvPr>
            <p:ph type="body" idx="1"/>
          </p:nvPr>
        </p:nvSpPr>
        <p:spPr>
          <a:xfrm>
            <a:off x="405000" y="1210423"/>
            <a:ext cx="3962432" cy="351086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2565" indent="0">
              <a:buNone/>
              <a:defRPr sz="1200" b="1"/>
            </a:lvl9pPr>
          </a:lstStyle>
          <a:p>
            <a:pPr lvl="0" fontAlgn="auto"/>
            <a:r>
              <a:rPr lang="zh-TW" altLang="en-US" strike="noStrike" noProof="1" dirty="0"/>
              <a:t>按一下以編輯母片文字樣式</a:t>
            </a:r>
            <a:endParaRPr lang="zh-TW" altLang="en-US" strike="noStrike" noProof="1" dirty="0"/>
          </a:p>
        </p:txBody>
      </p:sp>
      <p:sp>
        <p:nvSpPr>
          <p:cNvPr id="11" name="内容占位符 3"/>
          <p:cNvSpPr>
            <a:spLocks noGrp="1"/>
          </p:cNvSpPr>
          <p:nvPr>
            <p:ph sz="half" idx="2"/>
          </p:nvPr>
        </p:nvSpPr>
        <p:spPr>
          <a:xfrm>
            <a:off x="405000" y="1606497"/>
            <a:ext cx="3962400" cy="297073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strike="noStrike" noProof="1" dirty="0">
              <a:sym typeface="+mn-ea"/>
            </a:endParaRPr>
          </a:p>
          <a:p>
            <a:pPr lvl="1" fontAlgn="auto"/>
            <a:r>
              <a:rPr strike="noStrike" noProof="1" dirty="0">
                <a:sym typeface="+mn-ea"/>
              </a:rPr>
              <a:t>第二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  <a:p>
            <a:pPr lvl="2" fontAlgn="auto"/>
            <a:r>
              <a:rPr strike="noStrike" noProof="1" dirty="0">
                <a:sym typeface="+mn-ea"/>
              </a:rPr>
              <a:t>第三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  <a:p>
            <a:pPr lvl="3" fontAlgn="auto"/>
            <a:r>
              <a:rPr strike="noStrike" noProof="1" dirty="0">
                <a:sym typeface="+mn-ea"/>
              </a:rPr>
              <a:t>第四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  <a:p>
            <a:pPr lvl="4" fontAlgn="auto"/>
            <a:r>
              <a:rPr strike="noStrike" noProof="1" dirty="0">
                <a:sym typeface="+mn-ea"/>
              </a:rPr>
              <a:t>第五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</p:txBody>
      </p:sp>
      <p:sp>
        <p:nvSpPr>
          <p:cNvPr id="12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76813" y="1210423"/>
            <a:ext cx="3962432" cy="351086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TW" altLang="en-US" sz="15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2565" indent="0">
              <a:buNone/>
              <a:defRPr sz="1200" b="1"/>
            </a:lvl9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strike="noStrike" noProof="1" dirty="0">
              <a:sym typeface="+mn-ea"/>
            </a:endParaRPr>
          </a:p>
        </p:txBody>
      </p:sp>
      <p:sp>
        <p:nvSpPr>
          <p:cNvPr id="13" name="内容占位符 5"/>
          <p:cNvSpPr>
            <a:spLocks noGrp="1"/>
          </p:cNvSpPr>
          <p:nvPr>
            <p:ph sz="quarter" idx="4"/>
          </p:nvPr>
        </p:nvSpPr>
        <p:spPr>
          <a:xfrm>
            <a:off x="4676813" y="1606497"/>
            <a:ext cx="3962432" cy="297073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strike="noStrike" noProof="1" dirty="0">
              <a:sym typeface="+mn-ea"/>
            </a:endParaRPr>
          </a:p>
          <a:p>
            <a:pPr lvl="1" fontAlgn="auto"/>
            <a:r>
              <a:rPr strike="noStrike" noProof="1" dirty="0">
                <a:sym typeface="+mn-ea"/>
              </a:rPr>
              <a:t>第二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  <a:p>
            <a:pPr lvl="2" fontAlgn="auto"/>
            <a:r>
              <a:rPr strike="noStrike" noProof="1" dirty="0">
                <a:sym typeface="+mn-ea"/>
              </a:rPr>
              <a:t>第三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  <a:p>
            <a:pPr lvl="3" fontAlgn="auto"/>
            <a:r>
              <a:rPr strike="noStrike" noProof="1" dirty="0">
                <a:sym typeface="+mn-ea"/>
              </a:rPr>
              <a:t>第四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  <a:p>
            <a:pPr lvl="4" fontAlgn="auto"/>
            <a:r>
              <a:rPr strike="noStrike" noProof="1" dirty="0">
                <a:sym typeface="+mn-ea"/>
              </a:rPr>
              <a:t>第五</a:t>
            </a:r>
            <a:r>
              <a:rPr lang="zh-TW" altLang="en-US" strike="noStrike" noProof="1" dirty="0">
                <a:sym typeface="+mn-ea"/>
              </a:rPr>
              <a:t>層</a:t>
            </a:r>
            <a:endParaRPr strike="noStrike" noProof="1" dirty="0">
              <a:sym typeface="+mn-ea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405000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4" name="灯片编号占位符 8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結尾頁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3" name="圖片 5" descr="D:\工作區\2022工作區\01_40周年\簡報提案\pic\結尾_藍.jpg結尾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2413" cy="5141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4" name="圖片 2" descr="D:\工作區\2022工作區\01_40周年\簡報提案\pic\字與slogan\贏在數位價值反白.png贏在數位價值反白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59675" y="4927600"/>
            <a:ext cx="1446213" cy="98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5" name="圖片 173" descr="鼎新logo_反白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5900" y="134938"/>
            <a:ext cx="1214438" cy="333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>
          <a:xfrm>
            <a:off x="521048" y="1755434"/>
            <a:ext cx="8100000" cy="1215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4050" b="1" u="none" strike="noStrike" kern="1200" cap="none" spc="600" normalizeH="0">
                <a:solidFill>
                  <a:schemeClr val="bg1"/>
                </a:solidFill>
                <a:uFillTx/>
                <a:latin typeface="+標題中文字型" charset="0"/>
                <a:ea typeface="+mj-ea"/>
              </a:defRPr>
            </a:lvl1pPr>
          </a:lstStyle>
          <a:p>
            <a:pPr fontAlgn="auto"/>
            <a:r>
              <a:rPr lang="zh-TW" altLang="en-US" sz="4050" strike="noStrike" noProof="1" smtClean="0"/>
              <a:t>按一下以編輯母片標題樣式</a:t>
            </a:r>
            <a:endParaRPr lang="zh-TW" altLang="en-US" strike="noStrike" noProof="1" smtClean="0"/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521048" y="3011120"/>
            <a:ext cx="8100000" cy="49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頁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7" name="圖片 3" descr="D:\工作區\2022工作區\01_40周年\簡報提案\pic\封面_藍.jpg封面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588"/>
            <a:ext cx="9140825" cy="5140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68" name="圖片 4" descr="D:\工作區\2022工作區\01_40周年\簡報提案\pic\字與slogan\贏在數位價值.png贏在數位價值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59675" y="4927600"/>
            <a:ext cx="1438275" cy="98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69" name="圖片 173" descr="鼎新logo_反白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5900" y="134938"/>
            <a:ext cx="1214438" cy="333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1015" y="960358"/>
            <a:ext cx="8139113" cy="1855928"/>
          </a:xfrm>
        </p:spPr>
        <p:txBody>
          <a:bodyPr lIns="101600" tIns="38100" rIns="25400" bIns="38100" anchor="ctr" anchorCtr="0">
            <a:noAutofit/>
          </a:bodyPr>
          <a:lstStyle>
            <a:lvl1pPr algn="ctr">
              <a:defRPr sz="3375" b="1" spc="6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TW" altLang="en-US" sz="3375" strike="noStrike" noProof="1" dirty="0"/>
              <a:t>按一下以編輯標題</a:t>
            </a:r>
            <a:endParaRPr lang="zh-TW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424859" y="3726132"/>
            <a:ext cx="4320000" cy="297074"/>
          </a:xfrm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u="none" strike="noStrike" kern="1200" cap="none" spc="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TW" altLang="en-US" strike="noStrike" noProof="1" dirty="0"/>
              <a:t>按一下編輯單位名稱</a:t>
            </a:r>
            <a:endParaRPr lang="zh-TW" altLang="en-US" strike="noStrike" noProof="1" dirty="0"/>
          </a:p>
        </p:txBody>
      </p:sp>
      <p:sp>
        <p:nvSpPr>
          <p:cNvPr id="177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2424859" y="4468816"/>
            <a:ext cx="4320000" cy="291061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TW" altLang="en-US" sz="15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TW" altLang="en-US" strike="noStrike" noProof="1" dirty="0"/>
              <a:t>按一下編輯日期</a:t>
            </a:r>
            <a:endParaRPr lang="zh-TW" altLang="en-US" strike="noStrike" noProof="1" dirty="0"/>
          </a:p>
        </p:txBody>
      </p:sp>
      <p:sp>
        <p:nvSpPr>
          <p:cNvPr id="180" name="文本占位符 2"/>
          <p:cNvSpPr>
            <a:spLocks noGrp="1"/>
          </p:cNvSpPr>
          <p:nvPr>
            <p:ph type="body" idx="14" hasCustomPrompt="1"/>
          </p:nvPr>
        </p:nvSpPr>
        <p:spPr>
          <a:xfrm>
            <a:off x="2424827" y="4036739"/>
            <a:ext cx="4320064" cy="344891"/>
          </a:xfrm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100" b="0" u="none" strike="noStrike" kern="1200" cap="none" spc="2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TW" altLang="en-US" strike="noStrike" noProof="1" dirty="0"/>
              <a:t>按一下編輯簡報人</a:t>
            </a:r>
            <a:endParaRPr lang="zh-TW" altLang="en-US" strike="noStrike" noProof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齊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1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405000" y="1134280"/>
            <a:ext cx="8370000" cy="3264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 smtClean="0"/>
          </a:p>
          <a:p>
            <a:pPr lvl="1" fontAlgn="auto"/>
            <a:r>
              <a:rPr lang="zh-TW" altLang="en-US" strike="noStrike" noProof="1" smtClean="0"/>
              <a:t>第二層</a:t>
            </a:r>
            <a:endParaRPr lang="zh-TW" altLang="en-US" strike="noStrike" noProof="1" smtClean="0"/>
          </a:p>
          <a:p>
            <a:pPr lvl="2" fontAlgn="auto"/>
            <a:r>
              <a:rPr lang="zh-TW" altLang="en-US" strike="noStrike" noProof="1" smtClean="0"/>
              <a:t>第三層</a:t>
            </a:r>
            <a:endParaRPr lang="zh-TW" altLang="en-US" strike="noStrike" noProof="1" smtClean="0"/>
          </a:p>
          <a:p>
            <a:pPr lvl="3" fontAlgn="auto"/>
            <a:r>
              <a:rPr lang="zh-TW" altLang="en-US" strike="noStrike" noProof="1" smtClean="0"/>
              <a:t>第四層</a:t>
            </a:r>
            <a:endParaRPr lang="zh-TW" altLang="en-US" strike="noStrike" noProof="1" smtClean="0"/>
          </a:p>
          <a:p>
            <a:pPr lvl="4" fontAlgn="auto"/>
            <a:r>
              <a:rPr lang="zh-TW" altLang="en-US" strike="noStrike" noProof="1" smtClean="0"/>
              <a:t>第五層</a:t>
            </a:r>
            <a:endParaRPr lang="zh-TW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居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813" y="1134231"/>
            <a:ext cx="8370094" cy="36459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5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lang="zh-TW" altLang="en-US" strike="noStrike" noProof="1" dirty="0"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9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白底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3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底紋_齊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7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988" name="圖片 2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04813" y="1134231"/>
            <a:ext cx="8370094" cy="35108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 smtClean="0"/>
          </a:p>
          <a:p>
            <a:pPr lvl="1" fontAlgn="auto"/>
            <a:r>
              <a:rPr lang="zh-TW" altLang="en-US" strike="noStrike" noProof="1" smtClean="0"/>
              <a:t>第二層</a:t>
            </a:r>
            <a:endParaRPr lang="zh-TW" altLang="en-US" strike="noStrike" noProof="1" smtClean="0"/>
          </a:p>
          <a:p>
            <a:pPr lvl="2" fontAlgn="auto"/>
            <a:r>
              <a:rPr lang="zh-TW" altLang="en-US" strike="noStrike" noProof="1" smtClean="0"/>
              <a:t>第三層</a:t>
            </a:r>
            <a:endParaRPr lang="zh-TW" altLang="en-US" strike="noStrike" noProof="1" smtClean="0"/>
          </a:p>
          <a:p>
            <a:pPr lvl="3" fontAlgn="auto"/>
            <a:r>
              <a:rPr lang="zh-TW" altLang="en-US" strike="noStrike" noProof="1" smtClean="0"/>
              <a:t>第四層</a:t>
            </a:r>
            <a:endParaRPr lang="zh-TW" altLang="en-US" strike="noStrike" noProof="1" smtClean="0"/>
          </a:p>
          <a:p>
            <a:pPr lvl="4" fontAlgn="auto"/>
            <a:r>
              <a:rPr lang="zh-TW" altLang="en-US" strike="noStrike" noProof="1" smtClean="0"/>
              <a:t>第五層</a:t>
            </a:r>
            <a:endParaRPr lang="zh-TW" altLang="en-US" strike="noStrike" noProof="1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底紋_居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1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3012" name="圖片 2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04813" y="1134231"/>
            <a:ext cx="8370094" cy="36459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5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lang="zh-TW" altLang="en-US" strike="noStrike" noProof="1" dirty="0">
              <a:sym typeface="+mn-ea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底紋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5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036" name="圖片 4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底紋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9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60" name="圖片 4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結尾頁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3" name="圖片 5" descr="D:\工作區\2022工作區\01_40周年\簡報提案\pic\結尾_藍.jpg結尾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2413" cy="5143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6084" name="圖片 2" descr="D:\工作區\2022工作區\01_40周年\簡報提案\pic\字與slogan\贏在數位價值反白.png贏在數位價值反白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59675" y="4927600"/>
            <a:ext cx="1446213" cy="1000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6085" name="圖片 173" descr="鼎新logo_反白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5900" y="134938"/>
            <a:ext cx="1214438" cy="333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>
          <a:xfrm>
            <a:off x="521048" y="1755434"/>
            <a:ext cx="8100000" cy="1215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4050" b="1" u="none" strike="noStrike" kern="1200" cap="none" spc="600" normalizeH="0">
                <a:solidFill>
                  <a:schemeClr val="bg1"/>
                </a:solidFill>
                <a:uFillTx/>
                <a:latin typeface="+標題中文字型" charset="0"/>
                <a:ea typeface="+mj-ea"/>
              </a:defRPr>
            </a:lvl1pPr>
          </a:lstStyle>
          <a:p>
            <a:pPr fontAlgn="auto"/>
            <a:r>
              <a:rPr lang="zh-TW" altLang="en-US" sz="4050" strike="noStrike" noProof="1" smtClean="0"/>
              <a:t>按一下以編輯母片標題樣式</a:t>
            </a:r>
            <a:endParaRPr lang="zh-TW" altLang="en-US" strike="noStrike" noProof="1" smtClean="0"/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521048" y="3011120"/>
            <a:ext cx="8100000" cy="49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頁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7" name="圖片 3" descr="D:\工作區\2022工作區\01_40周年\簡報提案\pic\封面_藍.jpg封面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588"/>
            <a:ext cx="9140825" cy="5140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08" name="圖片 4" descr="D:\工作區\2022工作區\01_40周年\簡報提案\pic\字與slogan\贏在數位價值.png贏在數位價值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59675" y="4927600"/>
            <a:ext cx="1438275" cy="98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09" name="圖片 173" descr="鼎新logo_反白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5900" y="134938"/>
            <a:ext cx="1214438" cy="333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1015" y="960358"/>
            <a:ext cx="8139113" cy="1855928"/>
          </a:xfrm>
        </p:spPr>
        <p:txBody>
          <a:bodyPr lIns="101600" tIns="38100" rIns="25400" bIns="38100" anchor="ctr" anchorCtr="0">
            <a:noAutofit/>
          </a:bodyPr>
          <a:lstStyle>
            <a:lvl1pPr algn="ctr">
              <a:defRPr sz="3375" b="1" spc="6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TW" altLang="en-US" sz="3375" strike="noStrike" noProof="1" dirty="0"/>
              <a:t>按一下以編輯標題</a:t>
            </a:r>
            <a:endParaRPr lang="zh-TW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424859" y="3726132"/>
            <a:ext cx="4320000" cy="297074"/>
          </a:xfrm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u="none" strike="noStrike" kern="1200" cap="none" spc="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TW" altLang="en-US" strike="noStrike" noProof="1" dirty="0"/>
              <a:t>按一下編輯單位名稱</a:t>
            </a:r>
            <a:endParaRPr lang="zh-TW" altLang="en-US" strike="noStrike" noProof="1" dirty="0"/>
          </a:p>
        </p:txBody>
      </p:sp>
      <p:sp>
        <p:nvSpPr>
          <p:cNvPr id="177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2424859" y="4468816"/>
            <a:ext cx="4320000" cy="291061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TW" altLang="en-US" sz="15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TW" altLang="en-US" strike="noStrike" noProof="1" dirty="0"/>
              <a:t>按一下編輯日期</a:t>
            </a:r>
            <a:endParaRPr lang="zh-TW" altLang="en-US" strike="noStrike" noProof="1" dirty="0"/>
          </a:p>
        </p:txBody>
      </p:sp>
      <p:sp>
        <p:nvSpPr>
          <p:cNvPr id="180" name="文本占位符 2"/>
          <p:cNvSpPr>
            <a:spLocks noGrp="1"/>
          </p:cNvSpPr>
          <p:nvPr>
            <p:ph type="body" idx="14" hasCustomPrompt="1"/>
          </p:nvPr>
        </p:nvSpPr>
        <p:spPr>
          <a:xfrm>
            <a:off x="2424827" y="4036739"/>
            <a:ext cx="4320064" cy="344891"/>
          </a:xfrm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100" b="0" u="none" strike="noStrike" kern="1200" cap="none" spc="2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TW" altLang="en-US" strike="noStrike" noProof="1" dirty="0"/>
              <a:t>按一下編輯簡報人</a:t>
            </a:r>
            <a:endParaRPr lang="zh-TW" altLang="en-US" strike="noStrike" noProof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齊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1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405000" y="1134280"/>
            <a:ext cx="8370000" cy="3264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 smtClean="0"/>
          </a:p>
          <a:p>
            <a:pPr lvl="1" fontAlgn="auto"/>
            <a:r>
              <a:rPr lang="zh-TW" altLang="en-US" strike="noStrike" noProof="1" smtClean="0"/>
              <a:t>第二層</a:t>
            </a:r>
            <a:endParaRPr lang="zh-TW" altLang="en-US" strike="noStrike" noProof="1" smtClean="0"/>
          </a:p>
          <a:p>
            <a:pPr lvl="2" fontAlgn="auto"/>
            <a:r>
              <a:rPr lang="zh-TW" altLang="en-US" strike="noStrike" noProof="1" smtClean="0"/>
              <a:t>第三層</a:t>
            </a:r>
            <a:endParaRPr lang="zh-TW" altLang="en-US" strike="noStrike" noProof="1" smtClean="0"/>
          </a:p>
          <a:p>
            <a:pPr lvl="3" fontAlgn="auto"/>
            <a:r>
              <a:rPr lang="zh-TW" altLang="en-US" strike="noStrike" noProof="1" smtClean="0"/>
              <a:t>第四層</a:t>
            </a:r>
            <a:endParaRPr lang="zh-TW" altLang="en-US" strike="noStrike" noProof="1" smtClean="0"/>
          </a:p>
          <a:p>
            <a:pPr lvl="4" fontAlgn="auto"/>
            <a:r>
              <a:rPr lang="zh-TW" altLang="en-US" strike="noStrike" noProof="1" smtClean="0"/>
              <a:t>第五層</a:t>
            </a:r>
            <a:endParaRPr lang="zh-TW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居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5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813" y="1134231"/>
            <a:ext cx="8370094" cy="36459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5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lang="zh-TW" altLang="en-US" strike="noStrike" noProof="1" dirty="0"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9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白底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底紋_齊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228" name="圖片 2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04813" y="1134231"/>
            <a:ext cx="8370094" cy="35108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 smtClean="0"/>
          </a:p>
          <a:p>
            <a:pPr lvl="1" fontAlgn="auto"/>
            <a:r>
              <a:rPr lang="zh-TW" altLang="en-US" strike="noStrike" noProof="1" smtClean="0"/>
              <a:t>第二層</a:t>
            </a:r>
            <a:endParaRPr lang="zh-TW" altLang="en-US" strike="noStrike" noProof="1" smtClean="0"/>
          </a:p>
          <a:p>
            <a:pPr lvl="2" fontAlgn="auto"/>
            <a:r>
              <a:rPr lang="zh-TW" altLang="en-US" strike="noStrike" noProof="1" smtClean="0"/>
              <a:t>第三層</a:t>
            </a:r>
            <a:endParaRPr lang="zh-TW" altLang="en-US" strike="noStrike" noProof="1" smtClean="0"/>
          </a:p>
          <a:p>
            <a:pPr lvl="3" fontAlgn="auto"/>
            <a:r>
              <a:rPr lang="zh-TW" altLang="en-US" strike="noStrike" noProof="1" smtClean="0"/>
              <a:t>第四層</a:t>
            </a:r>
            <a:endParaRPr lang="zh-TW" altLang="en-US" strike="noStrike" noProof="1" smtClean="0"/>
          </a:p>
          <a:p>
            <a:pPr lvl="4" fontAlgn="auto"/>
            <a:r>
              <a:rPr lang="zh-TW" altLang="en-US" strike="noStrike" noProof="1" smtClean="0"/>
              <a:t>第五層</a:t>
            </a:r>
            <a:endParaRPr lang="zh-TW" altLang="en-US" strike="noStrike" noProof="1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底紋_居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1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252" name="圖片 2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04813" y="1134231"/>
            <a:ext cx="8370094" cy="36459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5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lang="zh-TW" altLang="en-US" strike="noStrike" noProof="1" dirty="0">
              <a:sym typeface="+mn-ea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底紋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5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4276" name="圖片 4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底紋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9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5300" name="圖片 4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結尾頁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3" name="圖片 5" descr="D:\工作區\2022工作區\01_40周年\簡報提案\pic\結尾_藍.jpg結尾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2413" cy="5143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6324" name="圖片 2" descr="D:\工作區\2022工作區\01_40周年\簡報提案\pic\字與slogan\贏在數位價值反白.png贏在數位價值反白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59675" y="4927600"/>
            <a:ext cx="1446213" cy="1000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6325" name="圖片 173" descr="鼎新logo_反白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5900" y="134938"/>
            <a:ext cx="1214438" cy="333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>
          <a:xfrm>
            <a:off x="521048" y="1755434"/>
            <a:ext cx="8100000" cy="1215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4050" b="1" u="none" strike="noStrike" kern="1200" cap="none" spc="600" normalizeH="0">
                <a:solidFill>
                  <a:schemeClr val="bg1"/>
                </a:solidFill>
                <a:uFillTx/>
                <a:latin typeface="+標題中文字型" charset="0"/>
                <a:ea typeface="+mj-ea"/>
              </a:defRPr>
            </a:lvl1pPr>
          </a:lstStyle>
          <a:p>
            <a:pPr fontAlgn="auto"/>
            <a:r>
              <a:rPr lang="zh-TW" altLang="en-US" sz="4050" strike="noStrike" noProof="1" smtClean="0"/>
              <a:t>按一下以編輯母片標題樣式</a:t>
            </a:r>
            <a:endParaRPr lang="zh-TW" altLang="en-US" strike="noStrike" noProof="1" smtClean="0"/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521048" y="3011120"/>
            <a:ext cx="8100000" cy="49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頁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7" name="圖片 3" descr="D:\工作區\2022工作區\01_40周年\簡報提案\pic\封面_藍.jpg封面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588"/>
            <a:ext cx="9140825" cy="5140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7348" name="圖片 4" descr="D:\工作區\2022工作區\01_40周年\簡報提案\pic\字與slogan\贏在數位價值.png贏在數位價值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59675" y="4927600"/>
            <a:ext cx="1438275" cy="98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7349" name="圖片 173" descr="鼎新logo_反白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5900" y="134938"/>
            <a:ext cx="1214438" cy="333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1015" y="960358"/>
            <a:ext cx="8139113" cy="1855928"/>
          </a:xfrm>
        </p:spPr>
        <p:txBody>
          <a:bodyPr lIns="101600" tIns="38100" rIns="25400" bIns="38100" anchor="ctr" anchorCtr="0">
            <a:noAutofit/>
          </a:bodyPr>
          <a:lstStyle>
            <a:lvl1pPr algn="ctr">
              <a:defRPr sz="3375" b="1" spc="6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TW" altLang="en-US" sz="3375" strike="noStrike" noProof="1" dirty="0"/>
              <a:t>按一下以編輯標題</a:t>
            </a:r>
            <a:endParaRPr lang="zh-TW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424859" y="3726132"/>
            <a:ext cx="4320000" cy="297074"/>
          </a:xfrm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u="none" strike="noStrike" kern="1200" cap="none" spc="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TW" altLang="en-US" strike="noStrike" noProof="1" dirty="0"/>
              <a:t>按一下編輯單位名稱</a:t>
            </a:r>
            <a:endParaRPr lang="zh-TW" altLang="en-US" strike="noStrike" noProof="1" dirty="0"/>
          </a:p>
        </p:txBody>
      </p:sp>
      <p:sp>
        <p:nvSpPr>
          <p:cNvPr id="177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2424859" y="4468816"/>
            <a:ext cx="4320000" cy="291061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TW" altLang="en-US" sz="15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TW" altLang="en-US" strike="noStrike" noProof="1" dirty="0"/>
              <a:t>按一下編輯日期</a:t>
            </a:r>
            <a:endParaRPr lang="zh-TW" altLang="en-US" strike="noStrike" noProof="1" dirty="0"/>
          </a:p>
        </p:txBody>
      </p:sp>
      <p:sp>
        <p:nvSpPr>
          <p:cNvPr id="180" name="文本占位符 2"/>
          <p:cNvSpPr>
            <a:spLocks noGrp="1"/>
          </p:cNvSpPr>
          <p:nvPr>
            <p:ph type="body" idx="14" hasCustomPrompt="1"/>
          </p:nvPr>
        </p:nvSpPr>
        <p:spPr>
          <a:xfrm>
            <a:off x="2424827" y="4036739"/>
            <a:ext cx="4320064" cy="344891"/>
          </a:xfrm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100" b="0" u="none" strike="noStrike" kern="1200" cap="none" spc="2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TW" altLang="en-US" strike="noStrike" noProof="1" dirty="0"/>
              <a:t>按一下編輯簡報人</a:t>
            </a:r>
            <a:endParaRPr lang="zh-TW" altLang="en-US" strike="noStrike" noProof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齊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1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405000" y="1134280"/>
            <a:ext cx="8370000" cy="3264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 smtClean="0"/>
          </a:p>
          <a:p>
            <a:pPr lvl="1" fontAlgn="auto"/>
            <a:r>
              <a:rPr lang="zh-TW" altLang="en-US" strike="noStrike" noProof="1" smtClean="0"/>
              <a:t>第二層</a:t>
            </a:r>
            <a:endParaRPr lang="zh-TW" altLang="en-US" strike="noStrike" noProof="1" smtClean="0"/>
          </a:p>
          <a:p>
            <a:pPr lvl="2" fontAlgn="auto"/>
            <a:r>
              <a:rPr lang="zh-TW" altLang="en-US" strike="noStrike" noProof="1" smtClean="0"/>
              <a:t>第三層</a:t>
            </a:r>
            <a:endParaRPr lang="zh-TW" altLang="en-US" strike="noStrike" noProof="1" smtClean="0"/>
          </a:p>
          <a:p>
            <a:pPr lvl="3" fontAlgn="auto"/>
            <a:r>
              <a:rPr lang="zh-TW" altLang="en-US" strike="noStrike" noProof="1" smtClean="0"/>
              <a:t>第四層</a:t>
            </a:r>
            <a:endParaRPr lang="zh-TW" altLang="en-US" strike="noStrike" noProof="1" smtClean="0"/>
          </a:p>
          <a:p>
            <a:pPr lvl="4" fontAlgn="auto"/>
            <a:r>
              <a:rPr lang="zh-TW" altLang="en-US" strike="noStrike" noProof="1" smtClean="0"/>
              <a:t>第五層</a:t>
            </a:r>
            <a:endParaRPr lang="zh-TW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居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5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813" y="1134231"/>
            <a:ext cx="8370094" cy="36459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5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lang="zh-TW" altLang="en-US" strike="noStrike" noProof="1" dirty="0"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9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白底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3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底紋_齊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7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468" name="圖片 2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04813" y="1134231"/>
            <a:ext cx="8370094" cy="35108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 smtClean="0"/>
          </a:p>
          <a:p>
            <a:pPr lvl="1" fontAlgn="auto"/>
            <a:r>
              <a:rPr lang="zh-TW" altLang="en-US" strike="noStrike" noProof="1" smtClean="0"/>
              <a:t>第二層</a:t>
            </a:r>
            <a:endParaRPr lang="zh-TW" altLang="en-US" strike="noStrike" noProof="1" smtClean="0"/>
          </a:p>
          <a:p>
            <a:pPr lvl="2" fontAlgn="auto"/>
            <a:r>
              <a:rPr lang="zh-TW" altLang="en-US" strike="noStrike" noProof="1" smtClean="0"/>
              <a:t>第三層</a:t>
            </a:r>
            <a:endParaRPr lang="zh-TW" altLang="en-US" strike="noStrike" noProof="1" smtClean="0"/>
          </a:p>
          <a:p>
            <a:pPr lvl="3" fontAlgn="auto"/>
            <a:r>
              <a:rPr lang="zh-TW" altLang="en-US" strike="noStrike" noProof="1" smtClean="0"/>
              <a:t>第四層</a:t>
            </a:r>
            <a:endParaRPr lang="zh-TW" altLang="en-US" strike="noStrike" noProof="1" smtClean="0"/>
          </a:p>
          <a:p>
            <a:pPr lvl="4" fontAlgn="auto"/>
            <a:r>
              <a:rPr lang="zh-TW" altLang="en-US" strike="noStrike" noProof="1" smtClean="0"/>
              <a:t>第五層</a:t>
            </a:r>
            <a:endParaRPr lang="zh-TW" altLang="en-US" strike="noStrike" noProof="1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底紋_居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1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3492" name="圖片 2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04813" y="1134231"/>
            <a:ext cx="8370094" cy="36459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5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lang="zh-TW" altLang="en-US" strike="noStrike" noProof="1" dirty="0">
              <a:sym typeface="+mn-ea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底紋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5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4516" name="圖片 4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底紋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9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5540" name="圖片 4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結尾頁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3" name="圖片 5" descr="D:\工作區\2022工作區\01_40周年\簡報提案\pic\結尾_藍.jpg結尾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2413" cy="5143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6564" name="圖片 2" descr="D:\工作區\2022工作區\01_40周年\簡報提案\pic\字與slogan\贏在數位價值反白.png贏在數位價值反白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59675" y="4927600"/>
            <a:ext cx="1446213" cy="1000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6565" name="圖片 173" descr="鼎新logo_反白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5900" y="134938"/>
            <a:ext cx="1214438" cy="333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>
          <a:xfrm>
            <a:off x="521048" y="1755434"/>
            <a:ext cx="8100000" cy="1215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4050" b="1" u="none" strike="noStrike" kern="1200" cap="none" spc="600" normalizeH="0">
                <a:solidFill>
                  <a:schemeClr val="bg1"/>
                </a:solidFill>
                <a:uFillTx/>
                <a:latin typeface="+標題中文字型" charset="0"/>
                <a:ea typeface="+mj-ea"/>
              </a:defRPr>
            </a:lvl1pPr>
          </a:lstStyle>
          <a:p>
            <a:pPr fontAlgn="auto"/>
            <a:r>
              <a:rPr lang="zh-TW" altLang="en-US" sz="4050" strike="noStrike" noProof="1" smtClean="0"/>
              <a:t>按一下以編輯母片標題樣式</a:t>
            </a:r>
            <a:endParaRPr lang="zh-TW" altLang="en-US" strike="noStrike" noProof="1" smtClean="0"/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521048" y="3011120"/>
            <a:ext cx="8100000" cy="49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頁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7" name="圖片 3" descr="D:\工作區\2022工作區\01_40周年\簡報提案\pic\封面_藍.jpg封面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588"/>
            <a:ext cx="9140825" cy="5140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7588" name="圖片 4" descr="D:\工作區\2022工作區\01_40周年\簡報提案\pic\字與slogan\贏在數位價值.png贏在數位價值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59675" y="4927600"/>
            <a:ext cx="1438275" cy="98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7589" name="圖片 173" descr="鼎新logo_反白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5900" y="134938"/>
            <a:ext cx="1214438" cy="333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1015" y="960358"/>
            <a:ext cx="8139113" cy="1855928"/>
          </a:xfrm>
        </p:spPr>
        <p:txBody>
          <a:bodyPr lIns="101600" tIns="38100" rIns="25400" bIns="38100" anchor="ctr" anchorCtr="0">
            <a:noAutofit/>
          </a:bodyPr>
          <a:lstStyle>
            <a:lvl1pPr algn="ctr">
              <a:defRPr sz="3375" b="1" spc="6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TW" altLang="en-US" sz="3375" strike="noStrike" noProof="1" dirty="0"/>
              <a:t>按一下以編輯標題</a:t>
            </a:r>
            <a:endParaRPr lang="zh-TW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424859" y="3726132"/>
            <a:ext cx="4320000" cy="297074"/>
          </a:xfrm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u="none" strike="noStrike" kern="1200" cap="none" spc="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TW" altLang="en-US" strike="noStrike" noProof="1" dirty="0"/>
              <a:t>按一下編輯單位名稱</a:t>
            </a:r>
            <a:endParaRPr lang="zh-TW" altLang="en-US" strike="noStrike" noProof="1" dirty="0"/>
          </a:p>
        </p:txBody>
      </p:sp>
      <p:sp>
        <p:nvSpPr>
          <p:cNvPr id="177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2424859" y="4468816"/>
            <a:ext cx="4320000" cy="291061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TW" altLang="en-US" sz="15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TW" altLang="en-US" strike="noStrike" noProof="1" dirty="0"/>
              <a:t>按一下編輯日期</a:t>
            </a:r>
            <a:endParaRPr lang="zh-TW" altLang="en-US" strike="noStrike" noProof="1" dirty="0"/>
          </a:p>
        </p:txBody>
      </p:sp>
      <p:sp>
        <p:nvSpPr>
          <p:cNvPr id="180" name="文本占位符 2"/>
          <p:cNvSpPr>
            <a:spLocks noGrp="1"/>
          </p:cNvSpPr>
          <p:nvPr>
            <p:ph type="body" idx="14" hasCustomPrompt="1"/>
          </p:nvPr>
        </p:nvSpPr>
        <p:spPr>
          <a:xfrm>
            <a:off x="2424827" y="4036739"/>
            <a:ext cx="4320064" cy="344891"/>
          </a:xfrm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100" b="0" u="none" strike="noStrike" kern="1200" cap="none" spc="2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TW" altLang="en-US" strike="noStrike" noProof="1" dirty="0"/>
              <a:t>按一下編輯簡報人</a:t>
            </a:r>
            <a:endParaRPr lang="zh-TW" altLang="en-US" strike="noStrike" noProof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5"/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齊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1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405000" y="1134280"/>
            <a:ext cx="8370000" cy="3264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 smtClean="0"/>
          </a:p>
          <a:p>
            <a:pPr lvl="1" fontAlgn="auto"/>
            <a:r>
              <a:rPr lang="zh-TW" altLang="en-US" strike="noStrike" noProof="1" smtClean="0"/>
              <a:t>第二層</a:t>
            </a:r>
            <a:endParaRPr lang="zh-TW" altLang="en-US" strike="noStrike" noProof="1" smtClean="0"/>
          </a:p>
          <a:p>
            <a:pPr lvl="2" fontAlgn="auto"/>
            <a:r>
              <a:rPr lang="zh-TW" altLang="en-US" strike="noStrike" noProof="1" smtClean="0"/>
              <a:t>第三層</a:t>
            </a:r>
            <a:endParaRPr lang="zh-TW" altLang="en-US" strike="noStrike" noProof="1" smtClean="0"/>
          </a:p>
          <a:p>
            <a:pPr lvl="3" fontAlgn="auto"/>
            <a:r>
              <a:rPr lang="zh-TW" altLang="en-US" strike="noStrike" noProof="1" smtClean="0"/>
              <a:t>第四層</a:t>
            </a:r>
            <a:endParaRPr lang="zh-TW" altLang="en-US" strike="noStrike" noProof="1" smtClean="0"/>
          </a:p>
          <a:p>
            <a:pPr lvl="4" fontAlgn="auto"/>
            <a:r>
              <a:rPr lang="zh-TW" altLang="en-US" strike="noStrike" noProof="1" smtClean="0"/>
              <a:t>第五層</a:t>
            </a:r>
            <a:endParaRPr lang="zh-TW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居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5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813" y="1134231"/>
            <a:ext cx="8370094" cy="36459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5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lang="zh-TW" altLang="en-US" strike="noStrike" noProof="1" dirty="0"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9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白底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3" name="圖片 3" descr="內頁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底紋_齊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7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708" name="圖片 2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04813" y="1134231"/>
            <a:ext cx="8370094" cy="35108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 smtClean="0"/>
          </a:p>
          <a:p>
            <a:pPr lvl="1" fontAlgn="auto"/>
            <a:r>
              <a:rPr lang="zh-TW" altLang="en-US" strike="noStrike" noProof="1" smtClean="0"/>
              <a:t>第二層</a:t>
            </a:r>
            <a:endParaRPr lang="zh-TW" altLang="en-US" strike="noStrike" noProof="1" smtClean="0"/>
          </a:p>
          <a:p>
            <a:pPr lvl="2" fontAlgn="auto"/>
            <a:r>
              <a:rPr lang="zh-TW" altLang="en-US" strike="noStrike" noProof="1" smtClean="0"/>
              <a:t>第三層</a:t>
            </a:r>
            <a:endParaRPr lang="zh-TW" altLang="en-US" strike="noStrike" noProof="1" smtClean="0"/>
          </a:p>
          <a:p>
            <a:pPr lvl="3" fontAlgn="auto"/>
            <a:r>
              <a:rPr lang="zh-TW" altLang="en-US" strike="noStrike" noProof="1" smtClean="0"/>
              <a:t>第四層</a:t>
            </a:r>
            <a:endParaRPr lang="zh-TW" altLang="en-US" strike="noStrike" noProof="1" smtClean="0"/>
          </a:p>
          <a:p>
            <a:pPr lvl="4" fontAlgn="auto"/>
            <a:r>
              <a:rPr lang="zh-TW" altLang="en-US" strike="noStrike" noProof="1" smtClean="0"/>
              <a:t>第五層</a:t>
            </a:r>
            <a:endParaRPr lang="zh-TW" altLang="en-US" strike="noStrike" noProof="1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底紋_居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1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3732" name="圖片 2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04813" y="1134231"/>
            <a:ext cx="8370094" cy="36459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5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按一下以編輯母片文字樣式</a:t>
            </a:r>
            <a:endParaRPr lang="zh-TW" altLang="en-US" strike="noStrike" noProof="1" dirty="0">
              <a:sym typeface="+mn-ea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底紋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5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4756" name="圖片 4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04813" y="540201"/>
            <a:ext cx="8370000" cy="540134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  <a:sym typeface="+mn-ea"/>
              </a:defRPr>
            </a:lvl1pPr>
          </a:lstStyle>
          <a:p>
            <a:pPr lvl="0" fontAlgn="auto"/>
            <a:r>
              <a:rPr lang="zh-TW" altLang="en-US" strike="noStrike" noProof="1" dirty="0">
                <a:sym typeface="+mn-ea"/>
              </a:rPr>
              <a:t>按一下以編輯母片標題樣式</a:t>
            </a:r>
            <a:endParaRPr strike="noStrike" noProof="1" dirty="0">
              <a:sym typeface="+mn-ea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底紋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9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2625" y="533400"/>
            <a:ext cx="5908675" cy="460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5780" name="圖片 4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5588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結尾頁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3" name="圖片 5" descr="D:\工作區\2022工作區\01_40周年\簡報提案\pic\結尾_藍.jpg結尾_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2413" cy="5143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6804" name="圖片 2" descr="D:\工作區\2022工作區\01_40周年\簡報提案\pic\字與slogan\贏在數位價值反白.png贏在數位價值反白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59675" y="4927600"/>
            <a:ext cx="1446213" cy="1000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6805" name="圖片 173" descr="鼎新logo_反白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5900" y="134938"/>
            <a:ext cx="1214438" cy="333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>
          <a:xfrm>
            <a:off x="521048" y="1755434"/>
            <a:ext cx="8100000" cy="1215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4050" b="1" u="none" strike="noStrike" kern="1200" cap="none" spc="600" normalizeH="0">
                <a:solidFill>
                  <a:schemeClr val="bg1"/>
                </a:solidFill>
                <a:uFillTx/>
                <a:latin typeface="+標題中文字型" charset="0"/>
                <a:ea typeface="+mj-ea"/>
              </a:defRPr>
            </a:lvl1pPr>
          </a:lstStyle>
          <a:p>
            <a:pPr fontAlgn="auto"/>
            <a:r>
              <a:rPr lang="zh-TW" altLang="en-US" sz="4050" strike="noStrike" noProof="1" smtClean="0"/>
              <a:t>按一下以編輯母片標題樣式</a:t>
            </a:r>
            <a:endParaRPr lang="zh-TW" altLang="en-US" strike="noStrike" noProof="1" smtClean="0"/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521048" y="3011120"/>
            <a:ext cx="8100000" cy="49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3" Type="http://schemas.openxmlformats.org/officeDocument/2006/relationships/theme" Target="../theme/theme2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3" Type="http://schemas.openxmlformats.org/officeDocument/2006/relationships/theme" Target="../theme/theme4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0.xml"/><Relationship Id="rId13" Type="http://schemas.openxmlformats.org/officeDocument/2006/relationships/theme" Target="../theme/theme5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9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3" Type="http://schemas.openxmlformats.org/officeDocument/2006/relationships/theme" Target="../theme/theme6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9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0.xml"/><Relationship Id="rId13" Type="http://schemas.openxmlformats.org/officeDocument/2006/relationships/theme" Target="../theme/theme7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slideLayout" Target="../slideLayouts/slideLayout68.xml"/><Relationship Id="rId1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TW" altLang="en-US" sz="1350" strike="noStrike" noProof="1"/>
          </a:p>
        </p:txBody>
      </p:sp>
      <p:sp>
        <p:nvSpPr>
          <p:cNvPr id="1027" name="標題版面配置區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7886700" cy="5397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28" name="文字版面配置區 9"/>
          <p:cNvSpPr>
            <a:spLocks noGrp="1"/>
          </p:cNvSpPr>
          <p:nvPr>
            <p:ph type="body"/>
          </p:nvPr>
        </p:nvSpPr>
        <p:spPr>
          <a:xfrm>
            <a:off x="404813" y="1133475"/>
            <a:ext cx="7886700" cy="32639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rgbClr val="41B6E7"/>
          </a:solidFill>
          <a:uFillTx/>
          <a:latin typeface="+mj-lt"/>
          <a:ea typeface="+mj-ea"/>
          <a:cs typeface="+mj-cs"/>
        </a:defRPr>
      </a:lvl1pPr>
    </p:titleStyle>
    <p:bodyStyle>
      <a:lvl1pPr marL="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3429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tabLst>
          <a:tab pos="1207135" algn="l"/>
        </a:tabLst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6858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0287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13716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TW" altLang="en-US" sz="1350" strike="noStrike" noProof="1"/>
          </a:p>
        </p:txBody>
      </p:sp>
      <p:sp>
        <p:nvSpPr>
          <p:cNvPr id="2051" name="標題版面配置區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7886700" cy="5397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2052" name="文字版面配置區 9"/>
          <p:cNvSpPr>
            <a:spLocks noGrp="1"/>
          </p:cNvSpPr>
          <p:nvPr>
            <p:ph type="body"/>
          </p:nvPr>
        </p:nvSpPr>
        <p:spPr>
          <a:xfrm>
            <a:off x="404813" y="1133475"/>
            <a:ext cx="7886700" cy="32639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sldNum="0"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rgbClr val="41B6E7"/>
          </a:solidFill>
          <a:uFillTx/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3429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tabLst>
          <a:tab pos="1207135" algn="l"/>
        </a:tabLst>
        <a:defRPr sz="1500" u="none" strike="noStrike" kern="1200" cap="none" spc="150" normalizeH="0" baseline="0">
          <a:solidFill>
            <a:schemeClr val="tx1"/>
          </a:solidFill>
          <a:uFillTx/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6858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0287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13716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TW" altLang="en-US" sz="1350" strike="noStrike" noProof="1"/>
          </a:p>
        </p:txBody>
      </p:sp>
      <p:sp>
        <p:nvSpPr>
          <p:cNvPr id="3075" name="標題版面配置區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7886700" cy="5397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076" name="文字版面配置區 9"/>
          <p:cNvSpPr>
            <a:spLocks noGrp="1"/>
          </p:cNvSpPr>
          <p:nvPr>
            <p:ph type="body"/>
          </p:nvPr>
        </p:nvSpPr>
        <p:spPr>
          <a:xfrm>
            <a:off x="404813" y="1133475"/>
            <a:ext cx="7886700" cy="32639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</p:sldLayoutIdLst>
  <p:hf sldNum="0"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rgbClr val="41B6E7"/>
          </a:solidFill>
          <a:uFillTx/>
          <a:latin typeface="+mj-lt"/>
          <a:ea typeface="+mj-ea"/>
          <a:cs typeface="+mj-cs"/>
        </a:defRPr>
      </a:lvl1pPr>
    </p:titleStyle>
    <p:bodyStyle>
      <a:lvl1pPr marL="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3429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tabLst>
          <a:tab pos="1207135" algn="l"/>
        </a:tabLst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6858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0287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13716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6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TW" altLang="en-US" sz="1350" strike="noStrike" noProof="1"/>
          </a:p>
        </p:txBody>
      </p:sp>
      <p:sp>
        <p:nvSpPr>
          <p:cNvPr id="4099" name="標題版面配置區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7886700" cy="5397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4100" name="文字版面配置區 9"/>
          <p:cNvSpPr>
            <a:spLocks noGrp="1"/>
          </p:cNvSpPr>
          <p:nvPr>
            <p:ph type="body"/>
          </p:nvPr>
        </p:nvSpPr>
        <p:spPr>
          <a:xfrm>
            <a:off x="404813" y="1133475"/>
            <a:ext cx="7886700" cy="32639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</p:sldLayoutIdLst>
  <p:hf sldNum="0"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rgbClr val="41B6E7"/>
          </a:solidFill>
          <a:uFillTx/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3429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tabLst>
          <a:tab pos="1207135" algn="l"/>
        </a:tabLst>
        <a:defRPr sz="1500" u="none" strike="noStrike" kern="1200" cap="none" spc="150" normalizeH="0" baseline="0">
          <a:solidFill>
            <a:schemeClr val="tx1"/>
          </a:solidFill>
          <a:uFillTx/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6858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0287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13716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TW" altLang="en-US" sz="1350" strike="noStrike" noProof="1"/>
          </a:p>
        </p:txBody>
      </p:sp>
      <p:sp>
        <p:nvSpPr>
          <p:cNvPr id="5123" name="標題版面配置區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7886700" cy="5397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5124" name="文字版面配置區 9"/>
          <p:cNvSpPr>
            <a:spLocks noGrp="1"/>
          </p:cNvSpPr>
          <p:nvPr>
            <p:ph type="body"/>
          </p:nvPr>
        </p:nvSpPr>
        <p:spPr>
          <a:xfrm>
            <a:off x="404813" y="1133475"/>
            <a:ext cx="7886700" cy="32639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</p:sldLayoutIdLst>
  <p:hf sldNum="0"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rgbClr val="41B6E7"/>
          </a:solidFill>
          <a:uFillTx/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3429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tabLst>
          <a:tab pos="1207135" algn="l"/>
        </a:tabLst>
        <a:defRPr sz="1500" u="none" strike="noStrike" kern="1200" cap="none" spc="150" normalizeH="0" baseline="0">
          <a:solidFill>
            <a:schemeClr val="tx1"/>
          </a:solidFill>
          <a:uFillTx/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6858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0287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13716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TW" altLang="en-US" sz="1350" strike="noStrike" noProof="1"/>
          </a:p>
        </p:txBody>
      </p:sp>
      <p:sp>
        <p:nvSpPr>
          <p:cNvPr id="6147" name="標題版面配置區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7886700" cy="5397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6148" name="文字版面配置區 9"/>
          <p:cNvSpPr>
            <a:spLocks noGrp="1"/>
          </p:cNvSpPr>
          <p:nvPr>
            <p:ph type="body"/>
          </p:nvPr>
        </p:nvSpPr>
        <p:spPr>
          <a:xfrm>
            <a:off x="404813" y="1133475"/>
            <a:ext cx="7886700" cy="32639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</p:sldLayoutIdLst>
  <p:hf sldNum="0"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rgbClr val="41B6E7"/>
          </a:solidFill>
          <a:uFillTx/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3429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tabLst>
          <a:tab pos="1207135" algn="l"/>
        </a:tabLst>
        <a:defRPr sz="1500" u="none" strike="noStrike" kern="1200" cap="none" spc="150" normalizeH="0" baseline="0">
          <a:solidFill>
            <a:schemeClr val="tx1"/>
          </a:solidFill>
          <a:uFillTx/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6858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0287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13716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TW" altLang="en-US" sz="1350" strike="noStrike" noProof="1"/>
          </a:p>
        </p:txBody>
      </p:sp>
      <p:sp>
        <p:nvSpPr>
          <p:cNvPr id="7171" name="標題版面配置區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7886700" cy="5397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7172" name="文字版面配置區 9"/>
          <p:cNvSpPr>
            <a:spLocks noGrp="1"/>
          </p:cNvSpPr>
          <p:nvPr>
            <p:ph type="body"/>
          </p:nvPr>
        </p:nvSpPr>
        <p:spPr>
          <a:xfrm>
            <a:off x="404813" y="1133475"/>
            <a:ext cx="7886700" cy="32639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7061200" y="4872038"/>
            <a:ext cx="2025650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49AE70B2-8BF9-45C0-BB95-33D1B9D3A854}" type="slidenum">
              <a:rPr lang="zh-TW" altLang="en-US" strike="noStrike" noProof="1" smtClean="0"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</a:fld>
            <a:endParaRPr lang="zh-TW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</p:sldLayoutIdLst>
  <p:hf sldNum="0"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rgbClr val="41B6E7"/>
          </a:solidFill>
          <a:uFillTx/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3429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tabLst>
          <a:tab pos="1207135" algn="l"/>
        </a:tabLst>
        <a:defRPr sz="1500" u="none" strike="noStrike" kern="1200" cap="none" spc="150" normalizeH="0" baseline="0">
          <a:solidFill>
            <a:schemeClr val="tx1"/>
          </a:solidFill>
          <a:uFillTx/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6858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0287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13716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32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32.xml"/><Relationship Id="rId2" Type="http://schemas.openxmlformats.org/officeDocument/2006/relationships/image" Target="../media/image27.wmf"/><Relationship Id="rId1" Type="http://schemas.openxmlformats.org/officeDocument/2006/relationships/oleObject" Target="../embeddings/oleObject2.bin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2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52.xml"/><Relationship Id="rId4" Type="http://schemas.openxmlformats.org/officeDocument/2006/relationships/image" Target="../media/image47.png"/><Relationship Id="rId3" Type="http://schemas.openxmlformats.org/officeDocument/2006/relationships/image" Target="../media/image46.w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52.xml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wmf"/><Relationship Id="rId1" Type="http://schemas.openxmlformats.org/officeDocument/2006/relationships/oleObject" Target="../embeddings/oleObject4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5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5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59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6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6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6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6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6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7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27.wmf"/><Relationship Id="rId1" Type="http://schemas.openxmlformats.org/officeDocument/2006/relationships/oleObject" Target="../embeddings/oleObject5.bin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77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6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32.xml"/><Relationship Id="rId3" Type="http://schemas.openxmlformats.org/officeDocument/2006/relationships/image" Target="../media/image81.png"/><Relationship Id="rId2" Type="http://schemas.openxmlformats.org/officeDocument/2006/relationships/image" Target="../media/image80.wmf"/><Relationship Id="rId1" Type="http://schemas.openxmlformats.org/officeDocument/2006/relationships/oleObject" Target="../embeddings/oleObject6.bin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501650" y="960438"/>
            <a:ext cx="8139113" cy="1855788"/>
          </a:xfrm>
        </p:spPr>
        <p:txBody>
          <a:bodyPr lIns="101600" tIns="38100" rIns="25400" bIns="38100" anchor="ctr" anchorCtr="0">
            <a:noAutofit/>
          </a:bodyPr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TW" sz="3375" b="1" i="0" u="none" strike="noStrike" kern="1200" cap="none" spc="600" normalizeH="0" baseline="0" noProof="1"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+mn-ea"/>
              </a:rPr>
              <a:t>EasyFlow</a:t>
            </a:r>
            <a:r>
              <a:rPr kumimoji="0" lang="zh-TW" altLang="en-US" sz="3375" b="1" i="0" u="none" strike="noStrike" kern="1200" cap="none" spc="600" normalizeH="0" baseline="0" noProof="1"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+mn-ea"/>
              </a:rPr>
              <a:t>電子簽核系統</a:t>
            </a:r>
            <a:br>
              <a:rPr kumimoji="0" lang="zh-TW" altLang="en-US" sz="3375" b="1" i="0" u="none" strike="noStrike" kern="1200" cap="none" spc="600" normalizeH="0" baseline="0" noProof="1"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+mn-ea"/>
              </a:rPr>
            </a:br>
            <a:r>
              <a:rPr kumimoji="0" lang="zh-TW" altLang="en-US" sz="3375" b="1" i="0" u="none" strike="noStrike" kern="1200" cap="none" spc="600" normalizeH="0" baseline="0" noProof="1"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+mn-ea"/>
              </a:rPr>
              <a:t>整合ERP表單設定</a:t>
            </a:r>
            <a:endParaRPr kumimoji="0" lang="zh-TW" altLang="en-US" sz="3375" b="1" i="0" u="none" strike="noStrike" kern="1200" cap="none" spc="600" normalizeH="0" baseline="0" noProof="1">
              <a:solidFill>
                <a:schemeClr val="bg1"/>
              </a:solidFill>
              <a:effectLst/>
              <a:uFillTx/>
              <a:latin typeface="+mj-lt"/>
              <a:ea typeface="新細明體" panose="02020500000000000000" pitchFamily="18" charset="-120"/>
              <a:cs typeface="+mj-cs"/>
              <a:sym typeface="+mn-ea"/>
            </a:endParaRPr>
          </a:p>
        </p:txBody>
      </p:sp>
      <p:sp>
        <p:nvSpPr>
          <p:cNvPr id="79874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2424113" y="3725863"/>
            <a:ext cx="4321175" cy="296862"/>
          </a:xfrm>
        </p:spPr>
        <p:txBody>
          <a:bodyPr vert="horz" lIns="101600" tIns="38100" rIns="76200" bIns="38100" anchor="t" anchorCtr="0"/>
          <a:p>
            <a:pPr defTabSz="685800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TW" altLang="en-US" kern="1200" normalizeH="0" baseline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價值交付組</a:t>
            </a:r>
            <a:endParaRPr lang="zh-TW" altLang="en-US" kern="1200" normalizeH="0" baseline="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9875" name="文字版面配置區 3"/>
          <p:cNvSpPr>
            <a:spLocks noGrp="1"/>
          </p:cNvSpPr>
          <p:nvPr>
            <p:ph type="body" idx="13" hasCustomPrompt="1"/>
          </p:nvPr>
        </p:nvSpPr>
        <p:spPr>
          <a:xfrm>
            <a:off x="2424113" y="4467225"/>
            <a:ext cx="4321175" cy="292100"/>
          </a:xfrm>
        </p:spPr>
        <p:txBody>
          <a:bodyPr vert="horz" lIns="101600" tIns="38100" rIns="76200" bIns="38100" anchor="t" anchorCtr="0"/>
          <a:p>
            <a:pPr defTabSz="685800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TW" kern="1200" normalizeH="0" baseline="0">
                <a:solidFill>
                  <a:srgbClr val="404040"/>
                </a:solidFill>
                <a:latin typeface="+mn-lt"/>
                <a:ea typeface="+mn-ea"/>
                <a:cs typeface="+mn-cs"/>
                <a:sym typeface="Microsoft YaHei" panose="020B0503020204020204" charset="-122"/>
              </a:rPr>
              <a:t>2022/03/08</a:t>
            </a:r>
            <a:endParaRPr lang="en-US" altLang="zh-TW" kern="1200" normalizeH="0" baseline="0">
              <a:solidFill>
                <a:srgbClr val="404040"/>
              </a:solidFill>
              <a:latin typeface="+mn-lt"/>
              <a:ea typeface="+mn-ea"/>
              <a:cs typeface="+mn-cs"/>
              <a:sym typeface="Microsoft YaHei" panose="020B0503020204020204" charset="-122"/>
            </a:endParaRPr>
          </a:p>
        </p:txBody>
      </p:sp>
      <p:sp>
        <p:nvSpPr>
          <p:cNvPr id="79876" name="文字版面配置區 4"/>
          <p:cNvSpPr>
            <a:spLocks noGrp="1"/>
          </p:cNvSpPr>
          <p:nvPr>
            <p:ph type="body" idx="14" hasCustomPrompt="1"/>
          </p:nvPr>
        </p:nvSpPr>
        <p:spPr>
          <a:xfrm>
            <a:off x="2424113" y="4035425"/>
            <a:ext cx="4321175" cy="344488"/>
          </a:xfrm>
        </p:spPr>
        <p:txBody>
          <a:bodyPr vert="horz" lIns="101600" tIns="38100" rIns="76200" bIns="38100" anchor="t" anchorCtr="0"/>
          <a:p>
            <a:pPr defTabSz="685800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TW" altLang="en-US" kern="1200" normalizeH="0" baseline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沈亞墨</a:t>
            </a:r>
            <a:endParaRPr lang="zh-TW" altLang="en-US" kern="1200" normalizeH="0" baseline="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7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en-US" kern="1200" normalizeH="0" baseline="0">
                <a:latin typeface="Microsoft YaHei" panose="020B0503020204020204" charset="-122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整合</a:t>
            </a:r>
            <a:r>
              <a:rPr lang="en-US" altLang="zh-TW" kern="1200" normalizeH="0" baseline="0">
                <a:latin typeface="Microsoft YaHei" panose="020B0503020204020204" charset="-122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ERP</a:t>
            </a:r>
            <a:r>
              <a:rPr lang="zh-TW" altLang="zh-CN" kern="1200" normalizeH="0" baseline="0">
                <a:latin typeface="Microsoft YaHei" panose="020B0503020204020204" charset="-122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表單</a:t>
            </a:r>
            <a:r>
              <a:rPr lang="zh-TW" altLang="en-US" kern="1200" normalizeH="0" baseline="0">
                <a:latin typeface="Microsoft YaHei" panose="020B0503020204020204" charset="-122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設定程序</a:t>
            </a:r>
            <a:endParaRPr lang="zh-TW" altLang="en-US" kern="1200" normalizeH="0" baseline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Microsoft YaHei" panose="020B0503020204020204" charset="-122"/>
            </a:endParaRPr>
          </a:p>
        </p:txBody>
      </p:sp>
      <p:grpSp>
        <p:nvGrpSpPr>
          <p:cNvPr id="80898" name="Group 23"/>
          <p:cNvGrpSpPr/>
          <p:nvPr/>
        </p:nvGrpSpPr>
        <p:grpSpPr>
          <a:xfrm>
            <a:off x="1816100" y="1724025"/>
            <a:ext cx="5534025" cy="53975"/>
            <a:chOff x="0" y="2086"/>
            <a:chExt cx="6698" cy="1056"/>
          </a:xfrm>
        </p:grpSpPr>
        <p:sp>
          <p:nvSpPr>
            <p:cNvPr id="80899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80900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80901" name="Group 220"/>
          <p:cNvGrpSpPr/>
          <p:nvPr/>
        </p:nvGrpSpPr>
        <p:grpSpPr>
          <a:xfrm>
            <a:off x="1946275" y="1185863"/>
            <a:ext cx="1620838" cy="612775"/>
            <a:chOff x="497" y="935"/>
            <a:chExt cx="1872" cy="746"/>
          </a:xfrm>
        </p:grpSpPr>
        <p:pic>
          <p:nvPicPr>
            <p:cNvPr id="80902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0903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80904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80905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80906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24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0908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6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" name="文字方塊 2"/>
          <p:cNvSpPr txBox="1"/>
          <p:nvPr/>
        </p:nvSpPr>
        <p:spPr>
          <a:xfrm>
            <a:off x="3343275" y="1282700"/>
            <a:ext cx="401478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E</a:t>
            </a:r>
            <a:r>
              <a:rPr lang="en-US" altLang="zh-TW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R</a:t>
            </a:r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P整合設定</a:t>
            </a:r>
            <a:endParaRPr lang="zh-TW" altLang="en-US" spc="300" noProof="1">
              <a:solidFill>
                <a:srgbClr val="41B6E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80910" name="Group 23"/>
          <p:cNvGrpSpPr/>
          <p:nvPr/>
        </p:nvGrpSpPr>
        <p:grpSpPr>
          <a:xfrm>
            <a:off x="1816100" y="3273425"/>
            <a:ext cx="5535613" cy="55563"/>
            <a:chOff x="0" y="2086"/>
            <a:chExt cx="6698" cy="1056"/>
          </a:xfrm>
        </p:grpSpPr>
        <p:sp>
          <p:nvSpPr>
            <p:cNvPr id="80911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80912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80913" name="Group 220"/>
          <p:cNvGrpSpPr/>
          <p:nvPr/>
        </p:nvGrpSpPr>
        <p:grpSpPr>
          <a:xfrm>
            <a:off x="1946275" y="2736850"/>
            <a:ext cx="1622425" cy="612775"/>
            <a:chOff x="497" y="935"/>
            <a:chExt cx="1872" cy="746"/>
          </a:xfrm>
        </p:grpSpPr>
        <p:pic>
          <p:nvPicPr>
            <p:cNvPr id="80914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0915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80916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80917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80918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362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0920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6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4" name="文字方塊 3"/>
          <p:cNvSpPr txBox="1"/>
          <p:nvPr/>
        </p:nvSpPr>
        <p:spPr>
          <a:xfrm>
            <a:off x="3343275" y="2835275"/>
            <a:ext cx="5137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進階整合設定</a:t>
            </a:r>
            <a:r>
              <a:rPr lang="zh-TW" altLang="en-US" sz="1800" spc="300" noProof="1">
                <a:solidFill>
                  <a:schemeClr val="bg1">
                    <a:lumMod val="5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-拆單&amp;欄位運算</a:t>
            </a:r>
            <a:endParaRPr lang="zh-TW" altLang="en-US" sz="1800" spc="300" noProof="1">
              <a:solidFill>
                <a:schemeClr val="bg1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80922" name="Group 23"/>
          <p:cNvGrpSpPr/>
          <p:nvPr/>
        </p:nvGrpSpPr>
        <p:grpSpPr>
          <a:xfrm>
            <a:off x="1817688" y="4740275"/>
            <a:ext cx="5535612" cy="53975"/>
            <a:chOff x="0" y="2086"/>
            <a:chExt cx="6698" cy="1056"/>
          </a:xfrm>
        </p:grpSpPr>
        <p:sp>
          <p:nvSpPr>
            <p:cNvPr id="80923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80924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80925" name="Group 220"/>
          <p:cNvGrpSpPr/>
          <p:nvPr/>
        </p:nvGrpSpPr>
        <p:grpSpPr>
          <a:xfrm>
            <a:off x="1949450" y="4202113"/>
            <a:ext cx="1620838" cy="612775"/>
            <a:chOff x="497" y="935"/>
            <a:chExt cx="1872" cy="746"/>
          </a:xfrm>
        </p:grpSpPr>
        <p:pic>
          <p:nvPicPr>
            <p:cNvPr id="80926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0927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80928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80929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80930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374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0932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6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" name="文字方塊 4"/>
          <p:cNvSpPr txBox="1"/>
          <p:nvPr/>
        </p:nvSpPr>
        <p:spPr>
          <a:xfrm>
            <a:off x="3346450" y="4298950"/>
            <a:ext cx="401478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其他設定</a:t>
            </a:r>
            <a:endParaRPr lang="zh-TW" altLang="en-US" spc="300" noProof="1">
              <a:solidFill>
                <a:srgbClr val="41B6E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80934" name="Group 23"/>
          <p:cNvGrpSpPr/>
          <p:nvPr/>
        </p:nvGrpSpPr>
        <p:grpSpPr>
          <a:xfrm>
            <a:off x="1817688" y="2495550"/>
            <a:ext cx="5535612" cy="55563"/>
            <a:chOff x="0" y="2086"/>
            <a:chExt cx="6698" cy="1056"/>
          </a:xfrm>
        </p:grpSpPr>
        <p:sp>
          <p:nvSpPr>
            <p:cNvPr id="80935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80936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80937" name="Group 220"/>
          <p:cNvGrpSpPr/>
          <p:nvPr/>
        </p:nvGrpSpPr>
        <p:grpSpPr>
          <a:xfrm>
            <a:off x="1949450" y="1958975"/>
            <a:ext cx="1620838" cy="612775"/>
            <a:chOff x="497" y="935"/>
            <a:chExt cx="1872" cy="746"/>
          </a:xfrm>
        </p:grpSpPr>
        <p:pic>
          <p:nvPicPr>
            <p:cNvPr id="80938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0939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80940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80941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80942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9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0944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6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1" name="文字方塊 20"/>
          <p:cNvSpPr txBox="1"/>
          <p:nvPr/>
        </p:nvSpPr>
        <p:spPr>
          <a:xfrm>
            <a:off x="3346450" y="2055813"/>
            <a:ext cx="401478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EF整合設定</a:t>
            </a:r>
            <a:endParaRPr lang="zh-TW" altLang="en-US" spc="300" noProof="1">
              <a:solidFill>
                <a:srgbClr val="41B6E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80946" name="Group 23"/>
          <p:cNvGrpSpPr/>
          <p:nvPr/>
        </p:nvGrpSpPr>
        <p:grpSpPr>
          <a:xfrm>
            <a:off x="1800225" y="3986213"/>
            <a:ext cx="5535613" cy="55562"/>
            <a:chOff x="0" y="2086"/>
            <a:chExt cx="6698" cy="1056"/>
          </a:xfrm>
        </p:grpSpPr>
        <p:sp>
          <p:nvSpPr>
            <p:cNvPr id="80947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80948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80949" name="Group 220"/>
          <p:cNvGrpSpPr/>
          <p:nvPr/>
        </p:nvGrpSpPr>
        <p:grpSpPr>
          <a:xfrm>
            <a:off x="1930400" y="3449638"/>
            <a:ext cx="1622425" cy="612775"/>
            <a:chOff x="497" y="935"/>
            <a:chExt cx="1872" cy="746"/>
          </a:xfrm>
        </p:grpSpPr>
        <p:pic>
          <p:nvPicPr>
            <p:cNvPr id="80950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0951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80952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80953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80954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33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0956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6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5" name="文字方塊 34"/>
          <p:cNvSpPr txBox="1"/>
          <p:nvPr/>
        </p:nvSpPr>
        <p:spPr>
          <a:xfrm>
            <a:off x="3327400" y="3546475"/>
            <a:ext cx="40163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表單執行結果呈現</a:t>
            </a:r>
            <a:endParaRPr lang="zh-TW" altLang="en-US" spc="300" noProof="1">
              <a:solidFill>
                <a:srgbClr val="41B6E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1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基本資料管理系統</a:t>
            </a:r>
            <a:endParaRPr lang="zh-TW" altLang="en-US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81922" name="文字方塊 1"/>
          <p:cNvSpPr txBox="1"/>
          <p:nvPr/>
        </p:nvSpPr>
        <p:spPr>
          <a:xfrm>
            <a:off x="406400" y="1141413"/>
            <a:ext cx="3417888" cy="3381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600" b="0">
                <a:latin typeface="Microsoft YaHei" panose="020B0503020204020204" charset="-122"/>
                <a:ea typeface="Microsoft YaHei" panose="020B0503020204020204" charset="-122"/>
              </a:rPr>
              <a:t>ERP共用參數設定(總開關)：</a:t>
            </a:r>
            <a:endParaRPr lang="zh-TW" altLang="en-US" sz="1600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81923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479550"/>
            <a:ext cx="6892925" cy="3632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24" name="矩形 2"/>
          <p:cNvSpPr/>
          <p:nvPr/>
        </p:nvSpPr>
        <p:spPr>
          <a:xfrm>
            <a:off x="827088" y="3170238"/>
            <a:ext cx="792162" cy="12858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25" name="矩形 3"/>
          <p:cNvSpPr/>
          <p:nvPr/>
        </p:nvSpPr>
        <p:spPr>
          <a:xfrm>
            <a:off x="2185988" y="3624263"/>
            <a:ext cx="792162" cy="15716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2945" name="圖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479550"/>
            <a:ext cx="7013575" cy="3605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946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管理維護系統</a:t>
            </a:r>
            <a:endParaRPr lang="zh-TW" altLang="en-US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82947" name="文字方塊 1"/>
          <p:cNvSpPr txBox="1"/>
          <p:nvPr/>
        </p:nvSpPr>
        <p:spPr>
          <a:xfrm>
            <a:off x="406400" y="1141413"/>
            <a:ext cx="3417888" cy="3381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600" b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專案整合設定作業(系統傳遞橋樑)：</a:t>
            </a:r>
            <a:endParaRPr lang="zh-TW" altLang="en-US" sz="1600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2948" name="矩形 2"/>
          <p:cNvSpPr/>
          <p:nvPr/>
        </p:nvSpPr>
        <p:spPr>
          <a:xfrm>
            <a:off x="835025" y="3308350"/>
            <a:ext cx="792163" cy="12858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2949" name="矩形 3"/>
          <p:cNvSpPr/>
          <p:nvPr/>
        </p:nvSpPr>
        <p:spPr>
          <a:xfrm>
            <a:off x="2032000" y="2457450"/>
            <a:ext cx="3627438" cy="15113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2950" name="文字方塊 12"/>
          <p:cNvSpPr txBox="1"/>
          <p:nvPr/>
        </p:nvSpPr>
        <p:spPr>
          <a:xfrm>
            <a:off x="5370513" y="2308225"/>
            <a:ext cx="3721100" cy="2398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buClrTx/>
              <a:buFontTx/>
            </a:pPr>
            <a:r>
              <a:rPr lang="en-US" altLang="zh-TW" sz="1200" dirty="0">
                <a:latin typeface="Microsoft YaHei" panose="020B0503020204020204" charset="-122"/>
                <a:ea typeface="Microsoft YaHei" panose="020B0503020204020204" charset="-122"/>
              </a:rPr>
              <a:t>整合代號：</a:t>
            </a:r>
            <a:r>
              <a:rPr lang="en-US" altLang="zh-TW" sz="1200" dirty="0">
                <a:solidFill>
                  <a:srgbClr val="FFFF00"/>
                </a:solidFill>
                <a:latin typeface="Microsoft YaHei" panose="020B0503020204020204" charset="-122"/>
                <a:ea typeface="Microsoft YaHei" panose="020B0503020204020204" charset="-122"/>
              </a:rPr>
              <a:t>EFNET</a:t>
            </a:r>
            <a:endParaRPr lang="en-US" altLang="zh-TW" sz="12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buClrTx/>
              <a:buFontTx/>
            </a:pPr>
            <a:r>
              <a:rPr lang="en-US" altLang="zh-TW" sz="12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公司代號：</a:t>
            </a:r>
            <a:r>
              <a:rPr lang="en-US" altLang="zh-TW" sz="1200" dirty="0">
                <a:solidFill>
                  <a:srgbClr val="FFFF0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ERP公司別</a:t>
            </a:r>
            <a:endParaRPr lang="en-US" altLang="zh-TW" sz="1200" dirty="0">
              <a:solidFill>
                <a:srgbClr val="FFFF00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buClrTx/>
              <a:buFontTx/>
            </a:pPr>
            <a:r>
              <a:rPr lang="en-US" altLang="zh-TW" sz="12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 ERP-WebService URL(WF iGP</a:t>
            </a:r>
            <a:r>
              <a:rPr lang="zh-TW" altLang="en-US" sz="12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版需填寫</a:t>
            </a:r>
            <a:r>
              <a:rPr lang="en-US" altLang="zh-TW" sz="12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)：</a:t>
            </a:r>
            <a:r>
              <a:rPr lang="en-US" altLang="zh-TW" sz="1200" dirty="0">
                <a:solidFill>
                  <a:srgbClr val="FFFF0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http://IP/WFEFNET/WFEFNETService.asmx</a:t>
            </a:r>
            <a:endParaRPr lang="en-US" altLang="zh-TW" sz="1200" dirty="0">
              <a:solidFill>
                <a:srgbClr val="FFFF00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buClrTx/>
              <a:buFontTx/>
            </a:pPr>
            <a:r>
              <a:rPr lang="en-US" altLang="zh-TW" sz="1200" dirty="0">
                <a:latin typeface="Microsoft YaHei" panose="020B0503020204020204" charset="-122"/>
                <a:ea typeface="Microsoft YaHei" panose="020B0503020204020204" charset="-122"/>
              </a:rPr>
              <a:t>連結方式：</a:t>
            </a:r>
            <a:r>
              <a:rPr lang="en-US" altLang="zh-TW" sz="1200" dirty="0">
                <a:solidFill>
                  <a:srgbClr val="FFFF00"/>
                </a:solidFill>
                <a:latin typeface="Microsoft YaHei" panose="020B0503020204020204" charset="-122"/>
                <a:ea typeface="Microsoft YaHei" panose="020B0503020204020204" charset="-122"/>
              </a:rPr>
              <a:t>ERPII </a:t>
            </a:r>
            <a:endParaRPr lang="en-US" altLang="zh-TW" sz="12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buClrTx/>
              <a:buFontTx/>
            </a:pPr>
            <a:r>
              <a:rPr lang="en-US" altLang="zh-TW" sz="1200" dirty="0">
                <a:latin typeface="Microsoft YaHei" panose="020B0503020204020204" charset="-122"/>
                <a:ea typeface="Microsoft YaHei" panose="020B0503020204020204" charset="-122"/>
              </a:rPr>
              <a:t>ERPII-WebService URL ：</a:t>
            </a:r>
            <a:r>
              <a:rPr lang="en-US" altLang="zh-TW" sz="1200" dirty="0">
                <a:solidFill>
                  <a:srgbClr val="FFFF00"/>
                </a:solidFill>
                <a:latin typeface="Microsoft YaHei" panose="020B0503020204020204" charset="-122"/>
                <a:ea typeface="Microsoft YaHei" panose="020B0503020204020204" charset="-122"/>
              </a:rPr>
              <a:t>EFNETService</a:t>
            </a:r>
            <a:endParaRPr lang="en-US" altLang="zh-TW" sz="12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buClrTx/>
              <a:buFontTx/>
            </a:pPr>
            <a:r>
              <a:rPr lang="en-US" altLang="zh-TW" sz="12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電子表單WebSiteName ：</a:t>
            </a:r>
            <a:r>
              <a:rPr lang="en-US" altLang="zh-TW" sz="1200" dirty="0">
                <a:solidFill>
                  <a:srgbClr val="FFFF0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EFNET</a:t>
            </a:r>
            <a:endParaRPr lang="en-US" altLang="zh-TW" sz="1200" dirty="0">
              <a:latin typeface="Microsoft YaHei" panose="020B0503020204020204" charset="-122"/>
              <a:ea typeface="Microsoft YaHei" panose="020B0503020204020204" charset="-122"/>
              <a:sym typeface="Microsoft YaHei" panose="020B0503020204020204" charset="-122"/>
            </a:endParaRPr>
          </a:p>
          <a:p>
            <a:pPr>
              <a:buClrTx/>
              <a:buFontTx/>
            </a:pPr>
            <a:r>
              <a:rPr lang="en-US" altLang="zh-TW" sz="12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電子表單IP：</a:t>
            </a:r>
            <a:r>
              <a:rPr lang="en-US" altLang="zh-TW" sz="1200" dirty="0">
                <a:solidFill>
                  <a:srgbClr val="FFFF0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EasyFlow AP IP</a:t>
            </a:r>
            <a:endParaRPr lang="en-US" altLang="zh-TW" sz="1200" dirty="0">
              <a:solidFill>
                <a:srgbClr val="FFFF00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buClrTx/>
              <a:buFontTx/>
            </a:pPr>
            <a:r>
              <a:rPr lang="en-US" altLang="zh-TW" sz="1200" dirty="0">
                <a:latin typeface="Microsoft YaHei" panose="020B0503020204020204" charset="-122"/>
                <a:ea typeface="Microsoft YaHei" panose="020B0503020204020204" charset="-122"/>
              </a:rPr>
              <a:t>*單身不需輸入</a:t>
            </a:r>
            <a:endParaRPr lang="en-US" altLang="zh-TW" sz="1200" dirty="0">
              <a:latin typeface="Microsoft YaHei" panose="020B0503020204020204" charset="-122"/>
              <a:ea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69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基本資料管理系統</a:t>
            </a:r>
            <a:endParaRPr lang="zh-TW" altLang="en-US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83970" name="文字方塊 1"/>
          <p:cNvSpPr txBox="1"/>
          <p:nvPr/>
        </p:nvSpPr>
        <p:spPr>
          <a:xfrm>
            <a:off x="406400" y="1141413"/>
            <a:ext cx="6018213" cy="3381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600" b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電子表單關聯建立作業(哪些</a:t>
            </a:r>
            <a:r>
              <a:rPr lang="en-US" altLang="zh-TW" sz="1600" b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ERP</a:t>
            </a:r>
            <a:r>
              <a:rPr lang="zh-TW" altLang="en-US" sz="1600" b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表單要拋到</a:t>
            </a:r>
            <a:r>
              <a:rPr lang="en-US" altLang="zh-TW" sz="1600" b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EF</a:t>
            </a:r>
            <a:r>
              <a:rPr lang="zh-TW" altLang="en-US" sz="1600" b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電子簽核)：</a:t>
            </a:r>
            <a:endParaRPr lang="zh-TW" altLang="en-US" sz="1600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83971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1479550"/>
            <a:ext cx="7032625" cy="36115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3972" name="矩形 4"/>
          <p:cNvSpPr/>
          <p:nvPr/>
        </p:nvSpPr>
        <p:spPr>
          <a:xfrm>
            <a:off x="842963" y="3322638"/>
            <a:ext cx="792162" cy="12858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" name="矩形圖說文字 7"/>
          <p:cNvSpPr/>
          <p:nvPr/>
        </p:nvSpPr>
        <p:spPr>
          <a:xfrm>
            <a:off x="3695700" y="3084513"/>
            <a:ext cx="4964113" cy="461962"/>
          </a:xfrm>
          <a:prstGeom prst="wedgeRectCallout">
            <a:avLst>
              <a:gd name="adj1" fmla="val -58648"/>
              <a:gd name="adj2" fmla="val -8519"/>
            </a:avLst>
          </a:prstGeom>
          <a:solidFill>
            <a:srgbClr val="FFFF00"/>
          </a:solidFill>
          <a:ln w="38100">
            <a:noFill/>
          </a:ln>
        </p:spPr>
        <p:txBody>
          <a:bodyPr wrap="none" anchor="ctr" anchorCtr="0"/>
          <a:p>
            <a:r>
              <a:rPr lang="en-US" altLang="zh-TW" sz="10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WF</a:t>
            </a:r>
            <a:r>
              <a:rPr lang="zh-TW" altLang="zh-TW" sz="10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整合設定請</a:t>
            </a:r>
            <a:r>
              <a:rPr lang="zh-TW" altLang="zh-TW" sz="1000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勿使用</a:t>
            </a:r>
            <a:r>
              <a:rPr lang="en-US" altLang="zh-TW" sz="1000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****</a:t>
            </a:r>
            <a:r>
              <a:rPr lang="zh-TW" altLang="zh-TW" sz="1000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，</a:t>
            </a:r>
            <a:r>
              <a:rPr lang="zh-TW" altLang="en-US" sz="1000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請逐一單別對應</a:t>
            </a:r>
            <a:r>
              <a:rPr lang="zh-TW" altLang="en-US" sz="10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。</a:t>
            </a:r>
            <a:endParaRPr lang="en-US" altLang="zh-TW" sz="10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r>
              <a:rPr lang="zh-TW" altLang="zh-TW" sz="10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除非整合單據無單別，</a:t>
            </a:r>
            <a:r>
              <a:rPr lang="zh-TW" altLang="en-US" sz="10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才</a:t>
            </a:r>
            <a:r>
              <a:rPr lang="zh-TW" altLang="zh-TW" sz="10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可以使用</a:t>
            </a:r>
            <a:r>
              <a:rPr lang="en-US" altLang="zh-TW" sz="10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****(</a:t>
            </a:r>
            <a:r>
              <a:rPr lang="zh-TW" altLang="en-US" sz="10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例如：</a:t>
            </a:r>
            <a:r>
              <a:rPr lang="zh-TW" altLang="en-US" sz="1000" dirty="0">
                <a:latin typeface="Microsoft YaHei" panose="020B0503020204020204" charset="-122"/>
                <a:ea typeface="Microsoft YaHei" panose="020B0503020204020204" charset="-122"/>
              </a:rPr>
              <a:t>如新品號建立作業、新客戶建立作業</a:t>
            </a:r>
            <a:r>
              <a:rPr lang="en-US" altLang="zh-TW" sz="10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)</a:t>
            </a:r>
            <a:endParaRPr lang="zh-TW" altLang="en-US" sz="90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" name="矩形圖說文字 10"/>
          <p:cNvSpPr/>
          <p:nvPr/>
        </p:nvSpPr>
        <p:spPr>
          <a:xfrm>
            <a:off x="3695700" y="3614738"/>
            <a:ext cx="2960688" cy="246062"/>
          </a:xfrm>
          <a:prstGeom prst="wedgeRectCallout">
            <a:avLst>
              <a:gd name="adj1" fmla="val -62389"/>
              <a:gd name="adj2" fmla="val -47167"/>
            </a:avLst>
          </a:prstGeom>
          <a:solidFill>
            <a:srgbClr val="FFFF00"/>
          </a:solidFill>
          <a:ln w="38100">
            <a:noFill/>
          </a:ln>
        </p:spPr>
        <p:txBody>
          <a:bodyPr wrap="none" anchor="ctr" anchorCtr="0"/>
          <a:p>
            <a:r>
              <a:rPr lang="zh-TW" altLang="zh-TW" sz="1000" dirty="0">
                <a:latin typeface="Microsoft YaHei" panose="020B0503020204020204" charset="-122"/>
                <a:ea typeface="Microsoft YaHei" panose="020B0503020204020204" charset="-122"/>
              </a:rPr>
              <a:t>登打完單據『儲存』後，自動跳出EF送簽流程資訊</a:t>
            </a:r>
            <a:endParaRPr lang="zh-TW" altLang="zh-TW" sz="100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矩形圖說文字 13"/>
          <p:cNvSpPr/>
          <p:nvPr/>
        </p:nvSpPr>
        <p:spPr>
          <a:xfrm>
            <a:off x="3695700" y="2774950"/>
            <a:ext cx="2960688" cy="246063"/>
          </a:xfrm>
          <a:prstGeom prst="wedgeRectCallout">
            <a:avLst>
              <a:gd name="adj1" fmla="val -59241"/>
              <a:gd name="adj2" fmla="val 56042"/>
            </a:avLst>
          </a:prstGeom>
          <a:solidFill>
            <a:srgbClr val="FFFF00"/>
          </a:solidFill>
          <a:ln w="38100">
            <a:noFill/>
          </a:ln>
        </p:spPr>
        <p:txBody>
          <a:bodyPr wrap="none" anchor="ctr" anchorCtr="0"/>
          <a:p>
            <a:r>
              <a:rPr lang="zh-TW" altLang="en-US" sz="1000" dirty="0">
                <a:latin typeface="Microsoft YaHei" panose="020B0503020204020204" charset="-122"/>
                <a:ea typeface="Microsoft YaHei" panose="020B0503020204020204" charset="-122"/>
              </a:rPr>
              <a:t>會計傳票建立作業</a:t>
            </a:r>
            <a:r>
              <a:rPr lang="en-US" altLang="zh-TW" sz="1000" dirty="0">
                <a:latin typeface="Microsoft YaHei" panose="020B0503020204020204" charset="-122"/>
                <a:ea typeface="Microsoft YaHei" panose="020B0503020204020204" charset="-122"/>
              </a:rPr>
              <a:t>(ACTI10)</a:t>
            </a:r>
            <a:r>
              <a:rPr lang="zh-TW" altLang="en-US" sz="1000" dirty="0">
                <a:latin typeface="Microsoft YaHei" panose="020B0503020204020204" charset="-122"/>
                <a:ea typeface="Microsoft YaHei" panose="020B0503020204020204" charset="-122"/>
              </a:rPr>
              <a:t>時，才需要輸入</a:t>
            </a:r>
            <a:endParaRPr lang="zh-TW" altLang="en-US" sz="900"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1" grpId="0" bldLvl="0" animBg="1"/>
      <p:bldP spid="14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3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基本資料管理系統</a:t>
            </a:r>
            <a:endParaRPr lang="zh-TW" altLang="en-US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84994" name="文字方塊 1"/>
          <p:cNvSpPr txBox="1"/>
          <p:nvPr/>
        </p:nvSpPr>
        <p:spPr>
          <a:xfrm>
            <a:off x="406400" y="1141413"/>
            <a:ext cx="6018213" cy="3381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600" b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電子表單關聯建立作業(哪些</a:t>
            </a:r>
            <a:r>
              <a:rPr lang="en-US" altLang="zh-TW" sz="1600" b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ERP</a:t>
            </a:r>
            <a:r>
              <a:rPr lang="zh-TW" altLang="en-US" sz="1600" b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表單要拋到</a:t>
            </a:r>
            <a:r>
              <a:rPr lang="en-US" altLang="zh-TW" sz="1600" b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EF</a:t>
            </a:r>
            <a:r>
              <a:rPr lang="zh-TW" altLang="en-US" sz="1600" b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電子簽核)：</a:t>
            </a:r>
            <a:endParaRPr lang="zh-TW" altLang="en-US" sz="1600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84995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1479550"/>
            <a:ext cx="7032625" cy="36115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4996" name="文字方塊 12"/>
          <p:cNvSpPr txBox="1"/>
          <p:nvPr/>
        </p:nvSpPr>
        <p:spPr>
          <a:xfrm>
            <a:off x="4438650" y="3409950"/>
            <a:ext cx="4076700" cy="83026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200">
                <a:latin typeface="Microsoft YaHei" panose="020B0503020204020204" charset="-122"/>
                <a:ea typeface="Microsoft YaHei" panose="020B0503020204020204" charset="-122"/>
              </a:rPr>
              <a:t>•確認：ERP觸發『確認』事件時，要拋轉EF流程</a:t>
            </a:r>
            <a:endParaRPr lang="zh-TW" altLang="en-US" sz="1200">
              <a:latin typeface="Microsoft YaHei" panose="020B0503020204020204" charset="-122"/>
              <a:ea typeface="Microsoft YaHei" panose="020B0503020204020204" charset="-122"/>
            </a:endParaRPr>
          </a:p>
          <a:p>
            <a:r>
              <a:rPr lang="zh-TW" altLang="en-US" sz="1200">
                <a:latin typeface="Microsoft YaHei" panose="020B0503020204020204" charset="-122"/>
                <a:ea typeface="Microsoft YaHei" panose="020B0503020204020204" charset="-122"/>
              </a:rPr>
              <a:t>•取消確認：ERP觸發『取消確認』事件時，要拋轉EF流程</a:t>
            </a:r>
            <a:endParaRPr lang="zh-TW" altLang="en-US" sz="1200">
              <a:latin typeface="Microsoft YaHei" panose="020B0503020204020204" charset="-122"/>
              <a:ea typeface="Microsoft YaHei" panose="020B0503020204020204" charset="-122"/>
            </a:endParaRPr>
          </a:p>
          <a:p>
            <a:r>
              <a:rPr lang="zh-TW" altLang="en-US" sz="1200">
                <a:latin typeface="Microsoft YaHei" panose="020B0503020204020204" charset="-122"/>
                <a:ea typeface="Microsoft YaHei" panose="020B0503020204020204" charset="-122"/>
              </a:rPr>
              <a:t>•作廢：ERP觸發『作廢』事件時，要拋轉EF流程</a:t>
            </a:r>
            <a:endParaRPr lang="zh-TW" altLang="en-US" sz="120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4997" name="矩形 2"/>
          <p:cNvSpPr/>
          <p:nvPr/>
        </p:nvSpPr>
        <p:spPr>
          <a:xfrm>
            <a:off x="4859338" y="2825750"/>
            <a:ext cx="1016000" cy="50165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7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表單條件設定</a:t>
            </a:r>
            <a:endParaRPr lang="zh-TW" altLang="en-US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86018" name="文字方塊 1"/>
          <p:cNvSpPr txBox="1"/>
          <p:nvPr/>
        </p:nvSpPr>
        <p:spPr>
          <a:xfrm>
            <a:off x="406400" y="1141413"/>
            <a:ext cx="6018213" cy="3381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TW" sz="1600" b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ERP</a:t>
            </a:r>
            <a:r>
              <a:rPr lang="zh-TW" altLang="en-US" sz="1600" b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表單欄位要拋到EF條件值：</a:t>
            </a:r>
            <a:endParaRPr lang="zh-TW" altLang="en-US" sz="1600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86019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1479550"/>
            <a:ext cx="6484938" cy="3670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6020" name="矩形 3"/>
          <p:cNvSpPr/>
          <p:nvPr/>
        </p:nvSpPr>
        <p:spPr>
          <a:xfrm>
            <a:off x="414338" y="4108450"/>
            <a:ext cx="6477000" cy="95885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" name="矩形圖說文字 10"/>
          <p:cNvSpPr/>
          <p:nvPr/>
        </p:nvSpPr>
        <p:spPr>
          <a:xfrm>
            <a:off x="3954463" y="3722688"/>
            <a:ext cx="2936875" cy="246063"/>
          </a:xfrm>
          <a:prstGeom prst="wedgeRectCallout">
            <a:avLst>
              <a:gd name="adj1" fmla="val -35920"/>
              <a:gd name="adj2" fmla="val 84278"/>
            </a:avLst>
          </a:prstGeom>
          <a:solidFill>
            <a:srgbClr val="FFFF00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1000" strike="noStrike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EF</a:t>
            </a:r>
            <a:r>
              <a:rPr kumimoji="1" lang="zh-TW" altLang="en-US" sz="1000" strike="noStrike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表單欄位代號與</a:t>
            </a:r>
            <a:r>
              <a:rPr kumimoji="1" lang="en-US" altLang="zh-TW" sz="1000" strike="noStrike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ERP</a:t>
            </a:r>
            <a:r>
              <a:rPr kumimoji="1" lang="zh-TW" altLang="en-US" sz="1000" strike="noStrike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欄位代號一致，以便後續維護</a:t>
            </a:r>
            <a:endParaRPr kumimoji="1" lang="zh-TW" altLang="en-US" sz="1000" strike="noStrike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</p:txBody>
      </p:sp>
      <p:sp>
        <p:nvSpPr>
          <p:cNvPr id="86022" name="文字方塊 8"/>
          <p:cNvSpPr txBox="1"/>
          <p:nvPr/>
        </p:nvSpPr>
        <p:spPr>
          <a:xfrm>
            <a:off x="530225" y="4181475"/>
            <a:ext cx="971550" cy="2444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TW" sz="1000">
                <a:latin typeface="Microsoft YaHei" panose="020B0503020204020204" charset="-122"/>
                <a:ea typeface="Microsoft YaHei" panose="020B0503020204020204" charset="-122"/>
              </a:rPr>
              <a:t>ERP</a:t>
            </a:r>
            <a:r>
              <a:rPr lang="zh-TW" altLang="en-US" sz="1000">
                <a:latin typeface="Microsoft YaHei" panose="020B0503020204020204" charset="-122"/>
                <a:ea typeface="Microsoft YaHei" panose="020B0503020204020204" charset="-122"/>
              </a:rPr>
              <a:t>表單欄位</a:t>
            </a:r>
            <a:endParaRPr lang="zh-TW" altLang="en-US" sz="100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6023" name="文字方塊 6"/>
          <p:cNvSpPr txBox="1"/>
          <p:nvPr/>
        </p:nvSpPr>
        <p:spPr>
          <a:xfrm>
            <a:off x="3279775" y="4181475"/>
            <a:ext cx="881063" cy="2444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TW" sz="1000">
                <a:latin typeface="Microsoft YaHei" panose="020B0503020204020204" charset="-122"/>
                <a:ea typeface="Microsoft YaHei" panose="020B0503020204020204" charset="-122"/>
              </a:rPr>
              <a:t>EF</a:t>
            </a:r>
            <a:r>
              <a:rPr lang="zh-TW" altLang="en-US" sz="1000">
                <a:latin typeface="Microsoft YaHei" panose="020B0503020204020204" charset="-122"/>
                <a:ea typeface="Microsoft YaHei" panose="020B0503020204020204" charset="-122"/>
              </a:rPr>
              <a:t>條件值</a:t>
            </a:r>
            <a:endParaRPr lang="zh-TW" altLang="en-US" sz="1000"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表單條件設定</a:t>
            </a:r>
            <a:endParaRPr lang="zh-TW" altLang="en-US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87042" name="文字方塊 1"/>
          <p:cNvSpPr txBox="1"/>
          <p:nvPr/>
        </p:nvSpPr>
        <p:spPr>
          <a:xfrm>
            <a:off x="406400" y="1141413"/>
            <a:ext cx="6018213" cy="3381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600" b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EF條件值設定：</a:t>
            </a:r>
            <a:endParaRPr lang="zh-TW" altLang="en-US" sz="1600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87043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479550"/>
            <a:ext cx="7980362" cy="3605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7044" name="矩形 2"/>
          <p:cNvSpPr/>
          <p:nvPr/>
        </p:nvSpPr>
        <p:spPr>
          <a:xfrm>
            <a:off x="660400" y="3330575"/>
            <a:ext cx="717550" cy="1619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7045" name="矩形 3"/>
          <p:cNvSpPr/>
          <p:nvPr/>
        </p:nvSpPr>
        <p:spPr>
          <a:xfrm>
            <a:off x="1766888" y="2490788"/>
            <a:ext cx="1571625" cy="54451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7046" name="矩形 4"/>
          <p:cNvSpPr/>
          <p:nvPr/>
        </p:nvSpPr>
        <p:spPr>
          <a:xfrm>
            <a:off x="1766888" y="3330575"/>
            <a:ext cx="3289300" cy="65246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5400675" y="2490788"/>
            <a:ext cx="3721100" cy="24923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TW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Action(</a:t>
            </a:r>
            <a:r>
              <a:rPr kumimoji="1" lang="zh-TW" altLang="zh-TW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系統標準條件欄位為</a:t>
            </a:r>
            <a:r>
              <a:rPr kumimoji="1" lang="en-US" altLang="zh-TW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Y</a:t>
            </a:r>
            <a:r>
              <a:rPr kumimoji="1" lang="zh-TW" altLang="en-US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，表示為系</a:t>
            </a:r>
            <a:r>
              <a:rPr kumimoji="1" lang="zh-TW" altLang="zh-TW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統預設</a:t>
            </a:r>
            <a:r>
              <a:rPr kumimoji="1" lang="en-US" altLang="zh-TW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)</a:t>
            </a:r>
            <a:r>
              <a:rPr kumimoji="1" lang="zh-TW" altLang="zh-TW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用來辨斷該表單送簽時</a:t>
            </a:r>
            <a:r>
              <a:rPr kumimoji="1" lang="zh-TW" altLang="en-US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的狀態</a:t>
            </a:r>
            <a:endParaRPr kumimoji="1" lang="en-US" altLang="zh-TW" sz="1200" noProof="0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R="0" defTabSz="914400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TW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Action=0</a:t>
            </a:r>
            <a:r>
              <a:rPr kumimoji="1" lang="zh-TW" altLang="en-US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，表</a:t>
            </a:r>
            <a:r>
              <a:rPr kumimoji="1" lang="en-US" altLang="zh-TW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【</a:t>
            </a:r>
            <a:r>
              <a:rPr kumimoji="1" lang="zh-TW" altLang="en-US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確認</a:t>
            </a:r>
            <a:r>
              <a:rPr kumimoji="1" lang="en-US" altLang="zh-TW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】</a:t>
            </a:r>
            <a:endParaRPr kumimoji="1" lang="en-US" altLang="zh-TW" sz="1200" kern="1200" cap="none" spc="0" normalizeH="0" baseline="0" noProof="0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R="0" defTabSz="914400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TW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Action=1</a:t>
            </a:r>
            <a:r>
              <a:rPr kumimoji="1" lang="zh-TW" altLang="en-US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，表</a:t>
            </a:r>
            <a:r>
              <a:rPr kumimoji="1" lang="en-US" altLang="zh-TW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【</a:t>
            </a:r>
            <a:r>
              <a:rPr kumimoji="1" lang="zh-TW" altLang="en-US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取消確認</a:t>
            </a:r>
            <a:r>
              <a:rPr kumimoji="1" lang="en-US" altLang="zh-TW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】</a:t>
            </a:r>
            <a:endParaRPr kumimoji="1" lang="en-US" altLang="zh-TW" sz="1200" kern="1200" cap="none" spc="0" normalizeH="0" baseline="0" noProof="0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R="0" defTabSz="914400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TW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Action=2</a:t>
            </a:r>
            <a:r>
              <a:rPr kumimoji="1" lang="zh-TW" altLang="en-US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，表</a:t>
            </a:r>
            <a:r>
              <a:rPr kumimoji="1" lang="en-US" altLang="zh-TW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【</a:t>
            </a:r>
            <a:r>
              <a:rPr kumimoji="1" lang="zh-TW" altLang="en-US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作廢</a:t>
            </a:r>
            <a:r>
              <a:rPr kumimoji="1" lang="en-US" altLang="zh-TW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】</a:t>
            </a:r>
            <a:endParaRPr kumimoji="1" lang="en-US" altLang="zh-TW" sz="1200" noProof="0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R="0" defTabSz="914400">
              <a:spcBef>
                <a:spcPct val="0"/>
              </a:spcBef>
              <a:buClrTx/>
              <a:buSzTx/>
              <a:buFontTx/>
              <a:buNone/>
              <a:defRPr/>
            </a:pPr>
            <a:endParaRPr kumimoji="1" lang="zh-TW" altLang="zh-TW" sz="1200" noProof="0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R="0" defTabSz="914400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TW" altLang="en-US" sz="120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可自行新增內建條件式</a:t>
            </a:r>
            <a:endParaRPr kumimoji="1" lang="en-US" altLang="zh-TW" sz="1200" kern="1200" cap="none" spc="0" normalizeH="0" baseline="0" noProof="0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342900" marR="0" indent="-342900" defTabSz="9144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sz="1200" noProof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OwnerId：表單關係人</a:t>
            </a:r>
            <a:endParaRPr kumimoji="1" sz="1200" kern="1200" cap="none" spc="0" normalizeH="0" baseline="0" noProof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342900" marR="0" indent="-342900" defTabSz="9144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sz="1200" noProof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SenderId：填表人</a:t>
            </a:r>
            <a:endParaRPr kumimoji="1" sz="1200" kern="1200" cap="none" spc="0" normalizeH="0" baseline="0" noProof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342900" marR="0" indent="-342900" defTabSz="9144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sz="1200" noProof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OwnerDepId：表單關系人部門代號</a:t>
            </a:r>
            <a:endParaRPr kumimoji="1" sz="1200" kern="1200" cap="none" spc="0" normalizeH="0" baseline="0" noProof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342900" marR="0" indent="-342900" defTabSz="9144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sz="1200" noProof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OwnerBosId：表單關系人直屬主管代號</a:t>
            </a:r>
            <a:endParaRPr kumimoji="1" sz="1200" kern="1200" cap="none" spc="0" normalizeH="0" baseline="0" noProof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342900" marR="0" indent="-342900" defTabSz="9144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sz="1200" noProof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OwnerLevId：表單關系人簽核層級代號</a:t>
            </a:r>
            <a:endParaRPr kumimoji="1" sz="1200" kern="1200" cap="none" spc="0" normalizeH="0" baseline="0" noProof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342900" marR="0" indent="-342900" defTabSz="9144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sz="1200" noProof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ERPKey</a:t>
            </a:r>
            <a:r>
              <a:rPr kumimoji="1" lang="zh-TW" sz="1200" noProof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：</a:t>
            </a:r>
            <a:r>
              <a:rPr kumimoji="1" lang="en-US" altLang="zh-TW" sz="1200" noProof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ERP</a:t>
            </a:r>
            <a:r>
              <a:rPr kumimoji="1" lang="zh-TW" altLang="zh-TW" sz="1200" noProof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單別單號</a:t>
            </a:r>
            <a:endParaRPr kumimoji="1" lang="zh-TW" altLang="zh-TW" sz="1200" noProof="0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5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如何判定ERP單據可以整合EF？</a:t>
            </a:r>
            <a:endParaRPr lang="zh-TW" altLang="en-US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88066" name="文字方塊 1"/>
          <p:cNvSpPr txBox="1"/>
          <p:nvPr/>
        </p:nvSpPr>
        <p:spPr>
          <a:xfrm>
            <a:off x="406400" y="1141413"/>
            <a:ext cx="6159500" cy="6302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TW" sz="1400" b="0" dirty="0">
                <a:latin typeface="Microsoft YaHei" panose="020B0503020204020204" charset="-122"/>
                <a:ea typeface="Microsoft YaHei" panose="020B0503020204020204" charset="-122"/>
              </a:rPr>
              <a:t>(1)</a:t>
            </a: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開啟</a:t>
            </a:r>
            <a:r>
              <a:rPr lang="en-US" altLang="zh-TW" sz="1400" b="0" dirty="0">
                <a:latin typeface="Microsoft YaHei" panose="020B0503020204020204" charset="-122"/>
                <a:ea typeface="Microsoft YaHei" panose="020B0503020204020204" charset="-122"/>
              </a:rPr>
              <a:t>ERP</a:t>
            </a: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的單據，查看是否有『簽核狀態』的欄位。</a:t>
            </a: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r>
              <a:rPr lang="en-US" altLang="zh-TW" sz="1400" b="0" dirty="0">
                <a:latin typeface="Microsoft YaHei" panose="020B0503020204020204" charset="-122"/>
                <a:ea typeface="Microsoft YaHei" panose="020B0503020204020204" charset="-122"/>
              </a:rPr>
              <a:t>(2)ERP</a:t>
            </a: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單據需有對應的憑證，若</a:t>
            </a:r>
            <a:r>
              <a:rPr lang="en-US" altLang="zh-TW" sz="1400" b="0" dirty="0">
                <a:latin typeface="Microsoft YaHei" panose="020B0503020204020204" charset="-122"/>
                <a:ea typeface="Microsoft YaHei" panose="020B0503020204020204" charset="-122"/>
              </a:rPr>
              <a:t>ERP</a:t>
            </a: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上沒有憑證的皆無法透過</a:t>
            </a:r>
            <a:r>
              <a:rPr lang="en-US" altLang="zh-TW" sz="1400" b="0" dirty="0">
                <a:latin typeface="Microsoft YaHei" panose="020B0503020204020204" charset="-122"/>
                <a:ea typeface="Microsoft YaHei" panose="020B0503020204020204" charset="-122"/>
              </a:rPr>
              <a:t>EasyFlow</a:t>
            </a: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簽核。</a:t>
            </a: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88067" name="圖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563" y="1878013"/>
            <a:ext cx="7429500" cy="3295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8068" name="矩形 6"/>
          <p:cNvSpPr/>
          <p:nvPr/>
        </p:nvSpPr>
        <p:spPr>
          <a:xfrm>
            <a:off x="3276600" y="4219575"/>
            <a:ext cx="1763713" cy="24447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9089" name="物件 1"/>
          <p:cNvGraphicFramePr/>
          <p:nvPr/>
        </p:nvGraphicFramePr>
        <p:xfrm>
          <a:off x="406400" y="1447800"/>
          <a:ext cx="7713663" cy="367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9569450" imgH="5537200" progId="Paint.Picture">
                  <p:embed/>
                </p:oleObj>
              </mc:Choice>
              <mc:Fallback>
                <p:oleObj name="" r:id="rId1" imgW="9569450" imgH="5537200" progId="Paint.Picture">
                  <p:embed/>
                  <p:pic>
                    <p:nvPicPr>
                      <p:cNvPr id="0" name="圖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6400" y="1447800"/>
                        <a:ext cx="7713663" cy="3671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0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如何判定ERP的欄位哪些可以當作流程條件判斷？</a:t>
            </a:r>
            <a:endParaRPr lang="zh-TW" altLang="en-US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89091" name="文字方塊 1"/>
          <p:cNvSpPr txBox="1"/>
          <p:nvPr/>
        </p:nvSpPr>
        <p:spPr>
          <a:xfrm>
            <a:off x="406400" y="1141413"/>
            <a:ext cx="6662738" cy="3063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【表頭欄位部分】：直接打開ERP單據</a:t>
            </a:r>
            <a:r>
              <a:rPr lang="zh-TW" altLang="en-US" sz="1400" b="0" dirty="0">
                <a:latin typeface="Arial" panose="020B0604020202020204" pitchFamily="34" charset="0"/>
                <a:ea typeface="Microsoft YaHei" panose="020B0503020204020204" charset="-122"/>
              </a:rPr>
              <a:t>→</a:t>
            </a: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查詢，單頭欄位皆可作為流程條件判斷。</a:t>
            </a: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9092" name="矩形 6"/>
          <p:cNvSpPr/>
          <p:nvPr/>
        </p:nvSpPr>
        <p:spPr>
          <a:xfrm>
            <a:off x="2559050" y="2578100"/>
            <a:ext cx="1420813" cy="99377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0113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447800"/>
            <a:ext cx="5551487" cy="3632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0114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ERP員工權限設定</a:t>
            </a:r>
            <a:endParaRPr lang="zh-TW" altLang="en-US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90115" name="文字方塊 1"/>
          <p:cNvSpPr txBox="1"/>
          <p:nvPr/>
        </p:nvSpPr>
        <p:spPr>
          <a:xfrm>
            <a:off x="322263" y="1141413"/>
            <a:ext cx="7853362" cy="3063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ERP單據</a:t>
            </a:r>
            <a:r>
              <a:rPr lang="zh-TW" altLang="en-US" sz="1400" b="0" dirty="0">
                <a:solidFill>
                  <a:srgbClr val="0000FF"/>
                </a:solidFill>
                <a:latin typeface="Microsoft YaHei" panose="020B0503020204020204" charset="-122"/>
                <a:ea typeface="Microsoft YaHei" panose="020B0503020204020204" charset="-122"/>
              </a:rPr>
              <a:t>輸入人員</a:t>
            </a: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需有該單據&amp;憑證作業的『新增』權限。請購單建立作業對應的請購單憑證作業。</a:t>
            </a: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0116" name="矩形 6"/>
          <p:cNvSpPr/>
          <p:nvPr/>
        </p:nvSpPr>
        <p:spPr>
          <a:xfrm>
            <a:off x="612775" y="3165475"/>
            <a:ext cx="2733675" cy="37465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90117" name="矩形 6"/>
          <p:cNvSpPr/>
          <p:nvPr/>
        </p:nvSpPr>
        <p:spPr>
          <a:xfrm>
            <a:off x="3346450" y="3324225"/>
            <a:ext cx="504825" cy="11588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" name="矩形圖說文字 10"/>
          <p:cNvSpPr/>
          <p:nvPr/>
        </p:nvSpPr>
        <p:spPr>
          <a:xfrm>
            <a:off x="4003675" y="4029075"/>
            <a:ext cx="3195638" cy="246063"/>
          </a:xfrm>
          <a:prstGeom prst="wedgeRectCallout">
            <a:avLst>
              <a:gd name="adj1" fmla="val -54769"/>
              <a:gd name="adj2" fmla="val 50257"/>
            </a:avLst>
          </a:prstGeom>
          <a:solidFill>
            <a:srgbClr val="FFFF00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1000" strike="noStrike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ERP</a:t>
            </a:r>
            <a:r>
              <a:rPr kumimoji="1" lang="zh-TW" altLang="en-US" sz="1000" strike="noStrike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憑證拋到</a:t>
            </a:r>
            <a:r>
              <a:rPr kumimoji="1" lang="en-US" altLang="zh-TW" sz="1000" strike="noStrike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EF</a:t>
            </a:r>
            <a:r>
              <a:rPr kumimoji="1" lang="zh-TW" altLang="en-US" sz="1000" strike="noStrike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電子簽核，該憑證呈現金額申請人的權限</a:t>
            </a:r>
            <a:endParaRPr kumimoji="1" lang="zh-TW" altLang="en-US" sz="1000" strike="noStrike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1137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592263"/>
            <a:ext cx="5534025" cy="3616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1138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ERP員工權限設定</a:t>
            </a:r>
            <a:endParaRPr lang="zh-TW" altLang="en-US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91139" name="文字方塊 1"/>
          <p:cNvSpPr txBox="1"/>
          <p:nvPr/>
        </p:nvSpPr>
        <p:spPr>
          <a:xfrm>
            <a:off x="322263" y="998538"/>
            <a:ext cx="8789987" cy="6302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EF</a:t>
            </a:r>
            <a:r>
              <a:rPr lang="zh-TW" altLang="en-US" sz="1400" b="0" dirty="0">
                <a:solidFill>
                  <a:srgbClr val="0000FF"/>
                </a:solidFill>
                <a:latin typeface="Microsoft YaHei" panose="020B0503020204020204" charset="-122"/>
                <a:ea typeface="Microsoft YaHei" panose="020B0503020204020204" charset="-122"/>
              </a:rPr>
              <a:t>最後一關簽核者</a:t>
            </a: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等同於ERP確認者(若ERP登入帳號沒建置</a:t>
            </a:r>
            <a:r>
              <a:rPr lang="en-US" altLang="zh-TW" sz="1400" b="0" dirty="0">
                <a:latin typeface="Microsoft YaHei" panose="020B0503020204020204" charset="-122"/>
                <a:ea typeface="Microsoft YaHei" panose="020B0503020204020204" charset="-122"/>
              </a:rPr>
              <a:t>EF</a:t>
            </a: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最後一關簽核者，ERP需建立)</a:t>
            </a: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，若有設定執行電子簽核，故需有該單據的『確認』、『取消確認』、</a:t>
            </a: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『</a:t>
            </a: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作廢</a:t>
            </a: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』</a:t>
            </a: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權限。</a:t>
            </a: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1140" name="矩形 6"/>
          <p:cNvSpPr/>
          <p:nvPr/>
        </p:nvSpPr>
        <p:spPr>
          <a:xfrm>
            <a:off x="644525" y="3309938"/>
            <a:ext cx="2747963" cy="27463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91141" name="矩形 6"/>
          <p:cNvSpPr/>
          <p:nvPr/>
        </p:nvSpPr>
        <p:spPr>
          <a:xfrm>
            <a:off x="3392488" y="3871913"/>
            <a:ext cx="512762" cy="30003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2161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628775"/>
            <a:ext cx="7626350" cy="2406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162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未設定簽核者權限</a:t>
            </a:r>
            <a:endParaRPr lang="zh-TW" altLang="en-US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92163" name="文字方塊 1"/>
          <p:cNvSpPr txBox="1"/>
          <p:nvPr/>
        </p:nvSpPr>
        <p:spPr>
          <a:xfrm>
            <a:off x="322263" y="998538"/>
            <a:ext cx="8789987" cy="3063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EF最後一關簽核者若無ERP確認權限，在EF簽核時會出現下方錯誤訊息。</a:t>
            </a: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2164" name="矩形 6"/>
          <p:cNvSpPr/>
          <p:nvPr/>
        </p:nvSpPr>
        <p:spPr>
          <a:xfrm>
            <a:off x="3986213" y="1628775"/>
            <a:ext cx="3886200" cy="16478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5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電子表單派班中心</a:t>
            </a:r>
            <a:endParaRPr lang="zh-TW" altLang="en-US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93186" name="文字方塊 1"/>
          <p:cNvSpPr txBox="1"/>
          <p:nvPr/>
        </p:nvSpPr>
        <p:spPr>
          <a:xfrm>
            <a:off x="322263" y="998538"/>
            <a:ext cx="8789987" cy="3063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  <a:sym typeface="Wingdings" panose="05000000000000000000" pitchFamily="2" charset="2"/>
              </a:rPr>
              <a:t>此為重要執行程式，負責將ERP單據拋送至EF。需常駐開啟且只要開一台</a:t>
            </a: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93187" name="圖片 2"/>
          <p:cNvPicPr>
            <a:picLocks noChangeAspect="1"/>
          </p:cNvPicPr>
          <p:nvPr/>
        </p:nvPicPr>
        <p:blipFill>
          <a:blip r:embed="rId1"/>
          <a:srcRect t="717"/>
          <a:stretch>
            <a:fillRect/>
          </a:stretch>
        </p:blipFill>
        <p:spPr>
          <a:xfrm>
            <a:off x="404813" y="1330325"/>
            <a:ext cx="5337175" cy="34290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93188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0" y="1304925"/>
            <a:ext cx="4349750" cy="3240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3189" name="矩形 6"/>
          <p:cNvSpPr/>
          <p:nvPr/>
        </p:nvSpPr>
        <p:spPr>
          <a:xfrm>
            <a:off x="5360988" y="2208213"/>
            <a:ext cx="1924050" cy="20478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93190" name="矩形 6"/>
          <p:cNvSpPr/>
          <p:nvPr/>
        </p:nvSpPr>
        <p:spPr>
          <a:xfrm>
            <a:off x="5692775" y="2822575"/>
            <a:ext cx="903288" cy="14446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3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en-US" kern="1200" normalizeH="0" baseline="0">
                <a:latin typeface="Microsoft YaHei" panose="020B0503020204020204" charset="-122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整合</a:t>
            </a:r>
            <a:r>
              <a:rPr lang="en-US" altLang="zh-TW" kern="1200" normalizeH="0" baseline="0">
                <a:latin typeface="Microsoft YaHei" panose="020B0503020204020204" charset="-122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ERP</a:t>
            </a:r>
            <a:r>
              <a:rPr lang="zh-TW" altLang="zh-CN" kern="1200" normalizeH="0" baseline="0">
                <a:latin typeface="Microsoft YaHei" panose="020B0503020204020204" charset="-122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表單</a:t>
            </a:r>
            <a:r>
              <a:rPr lang="zh-TW" altLang="en-US" kern="1200" normalizeH="0" baseline="0">
                <a:latin typeface="Microsoft YaHei" panose="020B0503020204020204" charset="-122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設定程序</a:t>
            </a:r>
            <a:endParaRPr lang="zh-TW" altLang="en-US" kern="1200" normalizeH="0" baseline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Microsoft YaHei" panose="020B0503020204020204" charset="-122"/>
            </a:endParaRPr>
          </a:p>
        </p:txBody>
      </p:sp>
      <p:grpSp>
        <p:nvGrpSpPr>
          <p:cNvPr id="95234" name="Group 23"/>
          <p:cNvGrpSpPr/>
          <p:nvPr/>
        </p:nvGrpSpPr>
        <p:grpSpPr>
          <a:xfrm>
            <a:off x="1816100" y="1724025"/>
            <a:ext cx="5534025" cy="53975"/>
            <a:chOff x="0" y="2086"/>
            <a:chExt cx="6698" cy="1056"/>
          </a:xfrm>
        </p:grpSpPr>
        <p:sp>
          <p:nvSpPr>
            <p:cNvPr id="95235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95236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95237" name="Group 220"/>
          <p:cNvGrpSpPr/>
          <p:nvPr/>
        </p:nvGrpSpPr>
        <p:grpSpPr>
          <a:xfrm>
            <a:off x="1946275" y="1185863"/>
            <a:ext cx="1620838" cy="612775"/>
            <a:chOff x="497" y="935"/>
            <a:chExt cx="1872" cy="746"/>
          </a:xfrm>
        </p:grpSpPr>
        <p:pic>
          <p:nvPicPr>
            <p:cNvPr id="95238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5239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95240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95241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95242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24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5244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3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" name="文字方塊 2"/>
          <p:cNvSpPr txBox="1"/>
          <p:nvPr/>
        </p:nvSpPr>
        <p:spPr>
          <a:xfrm>
            <a:off x="3343275" y="1282700"/>
            <a:ext cx="401478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E</a:t>
            </a:r>
            <a:r>
              <a:rPr lang="en-US" altLang="zh-TW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R</a:t>
            </a:r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P整合設定</a:t>
            </a:r>
            <a:endParaRPr lang="zh-TW" altLang="en-US" spc="300" noProof="1">
              <a:solidFill>
                <a:srgbClr val="41B6E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95246" name="Group 23"/>
          <p:cNvGrpSpPr/>
          <p:nvPr/>
        </p:nvGrpSpPr>
        <p:grpSpPr>
          <a:xfrm>
            <a:off x="1816100" y="3273425"/>
            <a:ext cx="5535613" cy="55563"/>
            <a:chOff x="0" y="2086"/>
            <a:chExt cx="6698" cy="1056"/>
          </a:xfrm>
        </p:grpSpPr>
        <p:sp>
          <p:nvSpPr>
            <p:cNvPr id="95247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95248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95249" name="Group 220"/>
          <p:cNvGrpSpPr/>
          <p:nvPr/>
        </p:nvGrpSpPr>
        <p:grpSpPr>
          <a:xfrm>
            <a:off x="1946275" y="2736850"/>
            <a:ext cx="1622425" cy="612775"/>
            <a:chOff x="497" y="935"/>
            <a:chExt cx="1872" cy="746"/>
          </a:xfrm>
        </p:grpSpPr>
        <p:pic>
          <p:nvPicPr>
            <p:cNvPr id="95250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5251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95252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95253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95254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362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5256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3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4" name="文字方塊 3"/>
          <p:cNvSpPr txBox="1"/>
          <p:nvPr/>
        </p:nvSpPr>
        <p:spPr>
          <a:xfrm>
            <a:off x="3343275" y="2835275"/>
            <a:ext cx="49688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進階整合設定</a:t>
            </a:r>
            <a:r>
              <a:rPr lang="zh-TW" altLang="en-US" sz="1800" spc="300" noProof="1">
                <a:solidFill>
                  <a:schemeClr val="bg1">
                    <a:lumMod val="5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-拆單&amp;欄位運算</a:t>
            </a:r>
            <a:endParaRPr lang="zh-TW" altLang="en-US" sz="1800" spc="300" noProof="1">
              <a:solidFill>
                <a:srgbClr val="41B6E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95258" name="Group 23"/>
          <p:cNvGrpSpPr/>
          <p:nvPr/>
        </p:nvGrpSpPr>
        <p:grpSpPr>
          <a:xfrm>
            <a:off x="1817688" y="4740275"/>
            <a:ext cx="5535612" cy="53975"/>
            <a:chOff x="0" y="2086"/>
            <a:chExt cx="6698" cy="1056"/>
          </a:xfrm>
        </p:grpSpPr>
        <p:sp>
          <p:nvSpPr>
            <p:cNvPr id="95259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95260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95261" name="Group 220"/>
          <p:cNvGrpSpPr/>
          <p:nvPr/>
        </p:nvGrpSpPr>
        <p:grpSpPr>
          <a:xfrm>
            <a:off x="1949450" y="4202113"/>
            <a:ext cx="1620838" cy="612775"/>
            <a:chOff x="497" y="935"/>
            <a:chExt cx="1872" cy="746"/>
          </a:xfrm>
        </p:grpSpPr>
        <p:pic>
          <p:nvPicPr>
            <p:cNvPr id="95262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5263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95264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95265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95266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374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5268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3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" name="文字方塊 4"/>
          <p:cNvSpPr txBox="1"/>
          <p:nvPr/>
        </p:nvSpPr>
        <p:spPr>
          <a:xfrm>
            <a:off x="3346450" y="4298950"/>
            <a:ext cx="401478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其他設定</a:t>
            </a:r>
            <a:endParaRPr lang="zh-TW" altLang="en-US" spc="300" noProof="1">
              <a:solidFill>
                <a:srgbClr val="41B6E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95270" name="Group 23"/>
          <p:cNvGrpSpPr/>
          <p:nvPr/>
        </p:nvGrpSpPr>
        <p:grpSpPr>
          <a:xfrm>
            <a:off x="1817688" y="2495550"/>
            <a:ext cx="5535612" cy="55563"/>
            <a:chOff x="0" y="2086"/>
            <a:chExt cx="6698" cy="1056"/>
          </a:xfrm>
        </p:grpSpPr>
        <p:sp>
          <p:nvSpPr>
            <p:cNvPr id="95271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95272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95273" name="Group 220"/>
          <p:cNvGrpSpPr/>
          <p:nvPr/>
        </p:nvGrpSpPr>
        <p:grpSpPr>
          <a:xfrm>
            <a:off x="1949450" y="1958975"/>
            <a:ext cx="1620838" cy="612775"/>
            <a:chOff x="497" y="935"/>
            <a:chExt cx="1872" cy="746"/>
          </a:xfrm>
        </p:grpSpPr>
        <p:pic>
          <p:nvPicPr>
            <p:cNvPr id="95274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5275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95276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95277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95278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9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5280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3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1" name="文字方塊 20"/>
          <p:cNvSpPr txBox="1"/>
          <p:nvPr/>
        </p:nvSpPr>
        <p:spPr>
          <a:xfrm>
            <a:off x="3346450" y="2055813"/>
            <a:ext cx="4902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EF整合設定</a:t>
            </a:r>
            <a:endParaRPr lang="zh-TW" altLang="en-US" sz="1800" spc="300" noProof="1">
              <a:solidFill>
                <a:srgbClr val="41B6E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95282" name="Group 23"/>
          <p:cNvGrpSpPr/>
          <p:nvPr/>
        </p:nvGrpSpPr>
        <p:grpSpPr>
          <a:xfrm>
            <a:off x="1800225" y="3986213"/>
            <a:ext cx="5535613" cy="55562"/>
            <a:chOff x="0" y="2086"/>
            <a:chExt cx="6698" cy="1056"/>
          </a:xfrm>
        </p:grpSpPr>
        <p:sp>
          <p:nvSpPr>
            <p:cNvPr id="95283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95284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95285" name="Group 220"/>
          <p:cNvGrpSpPr/>
          <p:nvPr/>
        </p:nvGrpSpPr>
        <p:grpSpPr>
          <a:xfrm>
            <a:off x="1930400" y="3449638"/>
            <a:ext cx="1622425" cy="612775"/>
            <a:chOff x="497" y="935"/>
            <a:chExt cx="1872" cy="746"/>
          </a:xfrm>
        </p:grpSpPr>
        <p:pic>
          <p:nvPicPr>
            <p:cNvPr id="95286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5287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95288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95289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95290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33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5292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3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5" name="文字方塊 34"/>
          <p:cNvSpPr txBox="1"/>
          <p:nvPr/>
        </p:nvSpPr>
        <p:spPr>
          <a:xfrm>
            <a:off x="3327400" y="3546475"/>
            <a:ext cx="40163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表單執行結果呈現</a:t>
            </a:r>
            <a:endParaRPr lang="zh-TW" altLang="en-US" spc="300" noProof="1">
              <a:solidFill>
                <a:srgbClr val="41B6E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1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6257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263" y="1304925"/>
            <a:ext cx="8215312" cy="3717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6258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ERP系統整合</a:t>
            </a:r>
            <a:endParaRPr lang="zh-TW" altLang="zh-CN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96259" name="文字方塊 1"/>
          <p:cNvSpPr txBox="1"/>
          <p:nvPr/>
        </p:nvSpPr>
        <p:spPr>
          <a:xfrm>
            <a:off x="322263" y="998538"/>
            <a:ext cx="8789987" cy="6302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此設定主要寫入D:\EasyFlow\EFNET\WS\EFNETService\WFXMLDoc\EFNET.xml</a:t>
            </a:r>
            <a:endParaRPr lang="en-US" altLang="zh-TW" sz="14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6260" name="矩形 6"/>
          <p:cNvSpPr/>
          <p:nvPr/>
        </p:nvSpPr>
        <p:spPr>
          <a:xfrm>
            <a:off x="527050" y="3768725"/>
            <a:ext cx="757238" cy="14605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96261" name="文字方塊 6"/>
          <p:cNvSpPr txBox="1"/>
          <p:nvPr/>
        </p:nvSpPr>
        <p:spPr>
          <a:xfrm>
            <a:off x="3989388" y="2449513"/>
            <a:ext cx="881062" cy="2444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TW" sz="1000">
                <a:latin typeface="Microsoft YaHei" panose="020B0503020204020204" charset="-122"/>
                <a:ea typeface="Microsoft YaHei" panose="020B0503020204020204" charset="-122"/>
              </a:rPr>
              <a:t>ERP AP IP</a:t>
            </a:r>
            <a:endParaRPr lang="en-US" altLang="zh-TW" sz="100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96262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175" y="1905000"/>
            <a:ext cx="4156075" cy="3117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7281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344613"/>
            <a:ext cx="8296275" cy="3733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7282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ERP系統整合</a:t>
            </a:r>
            <a:endParaRPr lang="zh-TW" altLang="zh-CN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97283" name="文字方塊 1"/>
          <p:cNvSpPr txBox="1"/>
          <p:nvPr/>
        </p:nvSpPr>
        <p:spPr>
          <a:xfrm>
            <a:off x="322263" y="998538"/>
            <a:ext cx="8789987" cy="952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查看已設定好的E</a:t>
            </a:r>
            <a:r>
              <a:rPr lang="en-US" altLang="zh-TW" sz="1400" b="0" dirty="0">
                <a:latin typeface="Microsoft YaHei" panose="020B0503020204020204" charset="-122"/>
                <a:ea typeface="Microsoft YaHei" panose="020B0503020204020204" charset="-122"/>
              </a:rPr>
              <a:t>R</a:t>
            </a: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P單據和EF表單代號對應關係</a:t>
            </a: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endParaRPr lang="en-US" altLang="zh-TW" sz="14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7284" name="矩形 6"/>
          <p:cNvSpPr/>
          <p:nvPr/>
        </p:nvSpPr>
        <p:spPr>
          <a:xfrm>
            <a:off x="2990850" y="2965450"/>
            <a:ext cx="2317750" cy="12858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pic>
        <p:nvPicPr>
          <p:cNvPr id="97285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113" y="2397125"/>
            <a:ext cx="3144837" cy="1974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5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ERP系統參數設定</a:t>
            </a:r>
            <a:endParaRPr lang="zh-TW" altLang="zh-CN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pic>
        <p:nvPicPr>
          <p:cNvPr id="98306" name="圖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1079500"/>
            <a:ext cx="8343900" cy="3768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8307" name="矩形 6"/>
          <p:cNvSpPr/>
          <p:nvPr/>
        </p:nvSpPr>
        <p:spPr>
          <a:xfrm>
            <a:off x="501650" y="1952625"/>
            <a:ext cx="923925" cy="15398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29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ERP系統參數設定</a:t>
            </a:r>
            <a:endParaRPr lang="zh-TW" altLang="zh-CN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graphicFrame>
        <p:nvGraphicFramePr>
          <p:cNvPr id="3" name="圓桌 2"/>
          <p:cNvGraphicFramePr/>
          <p:nvPr/>
        </p:nvGraphicFramePr>
        <p:xfrm>
          <a:off x="404813" y="1079500"/>
          <a:ext cx="8553450" cy="3932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890"/>
                <a:gridCol w="3284855"/>
                <a:gridCol w="3100705"/>
              </a:tblGrid>
              <a:tr h="241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參數代號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8D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參數設定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</a:t>
                      </a:r>
                      <a:r>
                        <a:rPr lang="zh-TW" altLang="en-US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以下為預設值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)</a:t>
                      </a:r>
                      <a:endParaRPr lang="en-US" altLang="zh-CN" sz="1200" b="1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8D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繁體中文說明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8DC"/>
                    </a:solidFill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AddWFSubjectInfo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Y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WFERP 整合表單主旨自動產生 WFERP 單別和單號資訊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8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ERPGetApproveIsIncludeCreator</a:t>
                      </a:r>
                      <a:endParaRPr lang="en-US" altLang="en-US" sz="1000" b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N</a:t>
                      </a:r>
                      <a:endParaRPr lang="en-US" altLang="en-US" sz="1000" b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WFERP 取 EFNET 簽核流程是否要含填表人資訊</a:t>
                      </a:r>
                      <a:endParaRPr lang="zh-CN" altLang="en-US" sz="1000" b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8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ERPPicFilePath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D:\EasyFlow\AppData\ERPPic\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WFERP 整合憑證存放路徑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5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GetERPIPFrom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XML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WFERP,COSMOS,SMART,易飛表單整合回寫 ERP 主機 IP 要依ERPI001設定的IP或電子派班中心傳過來的 IP (DB 內的 erpma016) 為主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HorizontalForms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橫式憑證列印的 ERP 表單清單(ex: WEICOP02;WEICOP03)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8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HorizontalPIC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8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橫式憑證列印每行幾個圖示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8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IsReturnDeptDutyName</a:t>
                      </a:r>
                      <a:endParaRPr lang="en-US" altLang="en-US" sz="1000" b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N</a:t>
                      </a:r>
                      <a:endParaRPr lang="en-US" altLang="en-US" sz="1000" b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簽核歷程以員工職務回傳(Y=職務;N=職稱)</a:t>
                      </a:r>
                      <a:endParaRPr lang="zh-CN" altLang="en-US" sz="1000" b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SignatureType</a:t>
                      </a:r>
                      <a:endParaRPr lang="en-US" altLang="en-US" sz="1000" b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A</a:t>
                      </a:r>
                      <a:endParaRPr lang="en-US" altLang="en-US" sz="1000" b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ERP 憑證簽核歷程顯示樣式. A=代理人簽核顯示為 EX:吳伯仁(代); B=代理人簽核顯示為 EX:吳伯仁(代),陳振興</a:t>
                      </a:r>
                      <a:endParaRPr lang="zh-CN" altLang="en-US" sz="1000" b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8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VerticalPIC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5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直式憑證列印每行幾個圖示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80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WFERPCheckDate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3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是否啟用ERP整合表單之簽核日期按鈕(true=啟用;false=不啟用;1=不回傳日期(易飛ERP使用);2=以系統日期為初始值, 使用者不可異動;3=以系統日期為初始值, 使用者可異動)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WFERPMustDisableCheckDate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WEIQMS01;WEIQMS02;WEIQMS03;WEIQMS04;WEIIDLI14;WEIIDLI24;WEIIDLI29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要強制關閉簽核日期開窗按鈕的表單(表單代號以分號隔開)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3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ERP系統參數設定</a:t>
            </a:r>
            <a:endParaRPr lang="zh-TW" altLang="zh-CN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graphicFrame>
        <p:nvGraphicFramePr>
          <p:cNvPr id="3" name="圓桌 2"/>
          <p:cNvGraphicFramePr/>
          <p:nvPr/>
        </p:nvGraphicFramePr>
        <p:xfrm>
          <a:off x="404813" y="1079500"/>
          <a:ext cx="8553450" cy="663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890"/>
                <a:gridCol w="3284855"/>
                <a:gridCol w="3100705"/>
              </a:tblGrid>
              <a:tr h="241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參數代號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8D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參數設定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</a:t>
                      </a:r>
                      <a:r>
                        <a:rPr lang="zh-TW" altLang="en-US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以下為預設值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)</a:t>
                      </a:r>
                      <a:endParaRPr lang="en-US" altLang="zh-CN" sz="1200" b="1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8D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繁體中文說明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8DC"/>
                    </a:solidFill>
                  </a:tcPr>
                </a:tc>
              </a:tr>
              <a:tr h="2108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ERPGetApproveIsIncludeCreator</a:t>
                      </a:r>
                      <a:endParaRPr lang="en-US" altLang="en-US" sz="1000" b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N</a:t>
                      </a:r>
                      <a:endParaRPr lang="en-US" altLang="en-US" sz="1000" b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WFERP 取 EFNET 簽核流程是否要含填表人資訊</a:t>
                      </a:r>
                      <a:endParaRPr lang="zh-CN" altLang="en-US" sz="1000" b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8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IsReturnDeptDutyName</a:t>
                      </a:r>
                      <a:endParaRPr lang="en-US" altLang="en-US" sz="1000" b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N</a:t>
                      </a:r>
                      <a:endParaRPr lang="en-US" altLang="en-US" sz="1000" b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簽核歷程以員工職務回傳(Y=職務;N=職稱)</a:t>
                      </a:r>
                      <a:endParaRPr lang="zh-CN" altLang="en-US" sz="1000" b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0372" name="物件 1"/>
          <p:cNvGraphicFramePr/>
          <p:nvPr/>
        </p:nvGraphicFramePr>
        <p:xfrm>
          <a:off x="404813" y="1844675"/>
          <a:ext cx="5541962" cy="317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6946900" imgH="4419600" progId="Paint.Picture">
                  <p:embed/>
                </p:oleObj>
              </mc:Choice>
              <mc:Fallback>
                <p:oleObj name="" r:id="rId1" imgW="6946900" imgH="4419600" progId="Paint.Picture">
                  <p:embed/>
                  <p:pic>
                    <p:nvPicPr>
                      <p:cNvPr id="0" name="圖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4813" y="1844675"/>
                        <a:ext cx="5541962" cy="3179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73" name="文字方塊 6"/>
          <p:cNvSpPr txBox="1"/>
          <p:nvPr/>
        </p:nvSpPr>
        <p:spPr>
          <a:xfrm>
            <a:off x="2168525" y="4056063"/>
            <a:ext cx="655638" cy="24606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000">
                <a:latin typeface="Microsoft YaHei" panose="020B0503020204020204" charset="-122"/>
                <a:ea typeface="Microsoft YaHei" panose="020B0503020204020204" charset="-122"/>
              </a:rPr>
              <a:t>填表人</a:t>
            </a:r>
            <a:endParaRPr lang="zh-TW" altLang="en-US" sz="100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74" name="文字方塊 6"/>
          <p:cNvSpPr txBox="1"/>
          <p:nvPr/>
        </p:nvSpPr>
        <p:spPr>
          <a:xfrm>
            <a:off x="619125" y="4056063"/>
            <a:ext cx="1301750" cy="24606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TW" altLang="en-US" sz="1000">
                <a:latin typeface="Microsoft YaHei" panose="020B0503020204020204" charset="-122"/>
                <a:ea typeface="Microsoft YaHei" panose="020B0503020204020204" charset="-122"/>
              </a:rPr>
              <a:t>簽核主管</a:t>
            </a:r>
            <a:endParaRPr lang="zh-TW" altLang="en-US" sz="100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1188" y="4359275"/>
            <a:ext cx="2212975" cy="13811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7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ERP系統參數設定</a:t>
            </a:r>
            <a:endParaRPr lang="zh-TW" altLang="zh-CN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graphicFrame>
        <p:nvGraphicFramePr>
          <p:cNvPr id="3" name="圓桌 2"/>
          <p:cNvGraphicFramePr/>
          <p:nvPr/>
        </p:nvGraphicFramePr>
        <p:xfrm>
          <a:off x="404813" y="1079500"/>
          <a:ext cx="8553450" cy="909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890"/>
                <a:gridCol w="3284855"/>
                <a:gridCol w="3100705"/>
              </a:tblGrid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參數代號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8D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參數設定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8D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繁體中文說明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8DC"/>
                    </a:solidFill>
                  </a:tcPr>
                </a:tc>
              </a:tr>
              <a:tr h="6680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WFERPCheckDate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3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是否啟用ERP整合表單之簽核日期按鈕(true=啟用;false=不啟用;1=不回傳日期(易飛ERP使用);2=以系統日期為初始值, 使用者不可異動;3=以系統日期為初始值, 使用者可異動)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01392" name="圖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450" y="2446338"/>
            <a:ext cx="2097088" cy="110648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101393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50" y="3965575"/>
            <a:ext cx="2097088" cy="1052513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101394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525" y="3965575"/>
            <a:ext cx="2184400" cy="110648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1395" name="文字方塊 12"/>
          <p:cNvSpPr txBox="1"/>
          <p:nvPr/>
        </p:nvSpPr>
        <p:spPr>
          <a:xfrm>
            <a:off x="404813" y="2047875"/>
            <a:ext cx="4243387" cy="3079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情境：08/02 申請人送單，08/08主管開啟單據簽核</a:t>
            </a: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101396" name="圖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013" y="2446338"/>
            <a:ext cx="2133600" cy="110648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1397" name="文字方塊 6"/>
          <p:cNvSpPr txBox="1"/>
          <p:nvPr/>
        </p:nvSpPr>
        <p:spPr>
          <a:xfrm>
            <a:off x="2235200" y="3057525"/>
            <a:ext cx="881063" cy="24511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TW" sz="1000">
                <a:latin typeface="Microsoft YaHei" panose="020B0503020204020204" charset="-122"/>
                <a:ea typeface="Microsoft YaHei" panose="020B0503020204020204" charset="-122"/>
              </a:rPr>
              <a:t>true</a:t>
            </a:r>
            <a:r>
              <a:rPr lang="zh-TW" altLang="en-US" sz="1000">
                <a:latin typeface="Microsoft YaHei" panose="020B0503020204020204" charset="-122"/>
                <a:ea typeface="Microsoft YaHei" panose="020B0503020204020204" charset="-122"/>
              </a:rPr>
              <a:t>：啟用</a:t>
            </a:r>
            <a:endParaRPr lang="zh-TW" altLang="en-US" sz="100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98" name="文字方塊 6"/>
          <p:cNvSpPr txBox="1"/>
          <p:nvPr/>
        </p:nvSpPr>
        <p:spPr>
          <a:xfrm>
            <a:off x="5057775" y="3057525"/>
            <a:ext cx="1031875" cy="24511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TW" sz="1000">
                <a:latin typeface="Microsoft YaHei" panose="020B0503020204020204" charset="-122"/>
                <a:ea typeface="Microsoft YaHei" panose="020B0503020204020204" charset="-122"/>
              </a:rPr>
              <a:t>false</a:t>
            </a:r>
            <a:r>
              <a:rPr lang="zh-TW" altLang="en-US" sz="1000">
                <a:latin typeface="Microsoft YaHei" panose="020B0503020204020204" charset="-122"/>
                <a:ea typeface="Microsoft YaHei" panose="020B0503020204020204" charset="-122"/>
              </a:rPr>
              <a:t>：不啟用</a:t>
            </a:r>
            <a:endParaRPr lang="zh-TW" altLang="en-US" sz="100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99" name="文字方塊 6"/>
          <p:cNvSpPr txBox="1"/>
          <p:nvPr/>
        </p:nvSpPr>
        <p:spPr>
          <a:xfrm>
            <a:off x="2235200" y="4554538"/>
            <a:ext cx="1866900" cy="2444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TW" sz="1000"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lang="zh-TW" altLang="en-US" sz="1000">
                <a:latin typeface="Microsoft YaHei" panose="020B0503020204020204" charset="-122"/>
                <a:ea typeface="Microsoft YaHei" panose="020B0503020204020204" charset="-122"/>
              </a:rPr>
              <a:t>：系統日為初始，不可異動</a:t>
            </a:r>
            <a:endParaRPr lang="zh-TW" altLang="en-US" sz="100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00" name="文字方塊 6"/>
          <p:cNvSpPr txBox="1"/>
          <p:nvPr/>
        </p:nvSpPr>
        <p:spPr>
          <a:xfrm>
            <a:off x="6162675" y="4554538"/>
            <a:ext cx="1784350" cy="2444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TW" sz="1000"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r>
              <a:rPr lang="zh-TW" altLang="en-US" sz="1000">
                <a:latin typeface="Microsoft YaHei" panose="020B0503020204020204" charset="-122"/>
                <a:ea typeface="Microsoft YaHei" panose="020B0503020204020204" charset="-122"/>
              </a:rPr>
              <a:t>：系統日為初始，可異動</a:t>
            </a:r>
            <a:endParaRPr lang="zh-TW" altLang="en-US" sz="1000"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1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ERP系統參數設定</a:t>
            </a:r>
            <a:endParaRPr lang="zh-TW" altLang="zh-CN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graphicFrame>
        <p:nvGraphicFramePr>
          <p:cNvPr id="3" name="圓桌 2"/>
          <p:cNvGraphicFramePr/>
          <p:nvPr/>
        </p:nvGraphicFramePr>
        <p:xfrm>
          <a:off x="404813" y="1079500"/>
          <a:ext cx="8553450" cy="909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890"/>
                <a:gridCol w="3284855"/>
                <a:gridCol w="3100705"/>
              </a:tblGrid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參數代號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8D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參數設定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8D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繁體中文說明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8DC"/>
                    </a:solidFill>
                  </a:tcPr>
                </a:tc>
              </a:tr>
              <a:tr h="6680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WFERPCheckDate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3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是否啟用ERP整合表單之簽核日期按鈕(true=啟用;false=不啟用;1=不回傳日期(易飛ERP使用);2=以系統日期為初始值, 使用者不可異動;3=以系統日期為初始值, 使用者可異動)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02416" name="圖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2355850"/>
            <a:ext cx="5845175" cy="4016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17" name="文字方塊 12"/>
          <p:cNvSpPr txBox="1"/>
          <p:nvPr/>
        </p:nvSpPr>
        <p:spPr>
          <a:xfrm>
            <a:off x="404813" y="2039938"/>
            <a:ext cx="5662612" cy="3063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若選擇【系統日】，則依</a:t>
            </a:r>
            <a:r>
              <a:rPr lang="en-US" altLang="zh-TW" sz="1400" b="0" dirty="0">
                <a:latin typeface="Microsoft YaHei" panose="020B0503020204020204" charset="-122"/>
                <a:ea typeface="Microsoft YaHei" panose="020B0503020204020204" charset="-122"/>
              </a:rPr>
              <a:t>EF</a:t>
            </a: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簽核時的簽核日期為回寫</a:t>
            </a:r>
            <a:r>
              <a:rPr lang="en-US" altLang="zh-TW" sz="1400" b="0" dirty="0">
                <a:latin typeface="Microsoft YaHei" panose="020B0503020204020204" charset="-122"/>
                <a:ea typeface="Microsoft YaHei" panose="020B0503020204020204" charset="-122"/>
              </a:rPr>
              <a:t>ERP</a:t>
            </a:r>
            <a:r>
              <a:rPr lang="zh-TW" altLang="en-US" sz="1400" b="0" dirty="0">
                <a:latin typeface="Microsoft YaHei" panose="020B0503020204020204" charset="-122"/>
                <a:ea typeface="新細明體" panose="02020500000000000000" pitchFamily="18" charset="-120"/>
              </a:rPr>
              <a:t>單據</a:t>
            </a: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確認日。</a:t>
            </a: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18" name="矩形 6"/>
          <p:cNvSpPr/>
          <p:nvPr/>
        </p:nvSpPr>
        <p:spPr>
          <a:xfrm>
            <a:off x="992188" y="4084638"/>
            <a:ext cx="649287" cy="15398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5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ERP系統參數設定</a:t>
            </a:r>
            <a:endParaRPr lang="zh-TW" altLang="zh-CN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69900" y="1016000"/>
            <a:ext cx="1441450" cy="36830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R="0" algn="ctr" defTabSz="914400">
              <a:buClrTx/>
              <a:buSzTx/>
              <a:buFont typeface="Wingdings" panose="05000000000000000000" pitchFamily="2" charset="2"/>
              <a:defRPr/>
            </a:pPr>
            <a:r>
              <a:rPr kumimoji="1" lang="zh-TW" altLang="en-US" sz="1800" b="0" kern="1200" cap="none" spc="-150" normalizeH="0" baseline="0" noProof="0" dirty="0">
                <a:latin typeface="Microsoft YaHei" panose="020B0503020204020204" charset="-122"/>
                <a:ea typeface="Microsoft YaHei" panose="020B0503020204020204" charset="-122"/>
                <a:cs typeface="+mn-cs"/>
              </a:rPr>
              <a:t>確認日依據：</a:t>
            </a:r>
            <a:endParaRPr kumimoji="1" lang="zh-TW" altLang="en-US" sz="1800" b="0" kern="1200" cap="none" spc="-150" normalizeH="0" baseline="0" noProof="0" dirty="0">
              <a:latin typeface="Microsoft YaHei" panose="020B0503020204020204" charset="-122"/>
              <a:ea typeface="Microsoft YaHei" panose="020B0503020204020204" charset="-122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23875" y="1384300"/>
          <a:ext cx="5887085" cy="2970530"/>
        </p:xfrm>
        <a:graphic>
          <a:graphicData uri="http://schemas.openxmlformats.org/drawingml/2006/table">
            <a:tbl>
              <a:tblPr/>
              <a:tblGrid>
                <a:gridCol w="1080135"/>
                <a:gridCol w="4806950"/>
              </a:tblGrid>
              <a:tr h="1513840">
                <a:tc>
                  <a:txBody>
                    <a:bodyPr/>
                    <a:p>
                      <a:pPr algn="ctr" fontAlgn="ctr"/>
                      <a:r>
                        <a:rPr lang="zh-TW" altLang="en-US" sz="16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系統日</a:t>
                      </a:r>
                      <a:endParaRPr lang="zh-TW" altLang="en-US" sz="1600" b="0" i="0" u="none" strike="noStrike" dirty="0" smtClean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latin typeface="新細明體" panose="02020500000000000000" pitchFamily="18" charset="-120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56690">
                <a:tc>
                  <a:txBody>
                    <a:bodyPr/>
                    <a:p>
                      <a:pPr algn="ctr" fontAlgn="ctr"/>
                      <a:r>
                        <a:rPr lang="zh-TW" altLang="en-US" sz="16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單據日</a:t>
                      </a:r>
                      <a:endParaRPr lang="zh-TW" altLang="en-US" sz="1600" b="0" i="0" u="none" strike="noStrike" dirty="0" smtClean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latin typeface="新細明體" panose="02020500000000000000" pitchFamily="18" charset="-120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523875" y="4471988"/>
            <a:ext cx="7126288" cy="668338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R="0" defTabSz="914400"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TW" altLang="en-US" sz="1500" b="0" kern="1200" cap="none" spc="-150" normalizeH="0" baseline="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系統日：</a:t>
            </a:r>
            <a:r>
              <a:rPr kumimoji="1" lang="en-US" altLang="zh-TW" sz="1500" b="0" kern="1200" cap="none" spc="-150" normalizeH="0" baseline="0" noProof="0" dirty="0">
                <a:solidFill>
                  <a:srgbClr val="0000C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(</a:t>
            </a:r>
            <a:r>
              <a:rPr kumimoji="1" lang="zh-TW" altLang="en-US" sz="1500" b="0" kern="1200" cap="none" spc="-150" normalizeH="0" baseline="0" noProof="0" dirty="0">
                <a:solidFill>
                  <a:srgbClr val="0000C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優</a:t>
            </a:r>
            <a:r>
              <a:rPr kumimoji="1" lang="en-US" altLang="zh-TW" sz="1500" b="0" kern="1200" cap="none" spc="-150" normalizeH="0" baseline="0" noProof="0" dirty="0">
                <a:solidFill>
                  <a:srgbClr val="0000C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)</a:t>
            </a:r>
            <a:r>
              <a:rPr kumimoji="1" lang="zh-TW" altLang="en-US" sz="1500" b="0" kern="1200" cap="none" spc="-150" normalizeH="0" baseline="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可了解何時被簽核核准       </a:t>
            </a:r>
            <a:r>
              <a:rPr kumimoji="1" lang="en-US" altLang="zh-TW" sz="1500" b="0" kern="1200" cap="none" spc="-150" normalizeH="0" baseline="0" noProof="0" dirty="0">
                <a:solidFill>
                  <a:srgbClr val="0000C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(</a:t>
            </a:r>
            <a:r>
              <a:rPr kumimoji="1" lang="zh-TW" altLang="en-US" sz="1500" b="0" kern="1200" cap="none" spc="-150" normalizeH="0" baseline="0" noProof="0" dirty="0">
                <a:solidFill>
                  <a:srgbClr val="0000C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缺</a:t>
            </a:r>
            <a:r>
              <a:rPr kumimoji="1" lang="en-US" altLang="zh-TW" sz="1500" b="0" kern="1200" cap="none" spc="-150" normalizeH="0" baseline="0" noProof="0" dirty="0">
                <a:solidFill>
                  <a:srgbClr val="0000C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)</a:t>
            </a:r>
            <a:r>
              <a:rPr kumimoji="1" lang="zh-TW" altLang="en-US" sz="1500" b="0" kern="1200" cap="none" spc="-150" normalizeH="0" baseline="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財務關帳歸屬日的問題。</a:t>
            </a:r>
            <a:endParaRPr kumimoji="1" lang="en-US" altLang="zh-TW" sz="1500" b="0" kern="1200" cap="none" spc="-150" normalizeH="0" baseline="0" noProof="0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R="0" defTabSz="914400"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TW" altLang="en-US" sz="1500" b="0" kern="1200" cap="none" spc="-150" normalizeH="0" baseline="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單據日：</a:t>
            </a:r>
            <a:r>
              <a:rPr kumimoji="1" lang="en-US" altLang="zh-TW" sz="1500" b="0" kern="1200" cap="none" spc="-150" normalizeH="0" baseline="0" noProof="0" dirty="0">
                <a:solidFill>
                  <a:srgbClr val="0000C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(</a:t>
            </a:r>
            <a:r>
              <a:rPr kumimoji="1" lang="zh-TW" altLang="en-US" sz="1500" b="0" kern="1200" cap="none" spc="-150" normalizeH="0" baseline="0" noProof="0" dirty="0">
                <a:solidFill>
                  <a:srgbClr val="0000C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優</a:t>
            </a:r>
            <a:r>
              <a:rPr kumimoji="1" lang="en-US" altLang="zh-TW" sz="1500" b="0" kern="1200" cap="none" spc="-150" normalizeH="0" baseline="0" noProof="0" dirty="0">
                <a:solidFill>
                  <a:srgbClr val="0000C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)</a:t>
            </a:r>
            <a:r>
              <a:rPr kumimoji="1" lang="zh-TW" altLang="en-US" sz="1500" b="0" kern="1200" cap="none" spc="-150" normalizeH="0" baseline="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財務帳的歸屬。                     </a:t>
            </a:r>
            <a:r>
              <a:rPr kumimoji="1" lang="en-US" altLang="zh-TW" sz="1500" b="0" kern="1200" cap="none" spc="-150" normalizeH="0" baseline="0" noProof="0" dirty="0">
                <a:solidFill>
                  <a:srgbClr val="0000C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(</a:t>
            </a:r>
            <a:r>
              <a:rPr kumimoji="1" lang="zh-TW" altLang="en-US" sz="1500" b="0" kern="1200" cap="none" spc="-150" normalizeH="0" baseline="0" noProof="0" dirty="0">
                <a:solidFill>
                  <a:srgbClr val="0000C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缺</a:t>
            </a:r>
            <a:r>
              <a:rPr kumimoji="1" lang="en-US" altLang="zh-TW" sz="1500" b="0" kern="1200" cap="none" spc="-150" normalizeH="0" baseline="0" noProof="0" dirty="0">
                <a:solidFill>
                  <a:srgbClr val="0000C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)</a:t>
            </a:r>
            <a:r>
              <a:rPr kumimoji="1" lang="zh-TW" altLang="en-US" sz="1500" b="0" kern="1200" cap="none" spc="-150" normalizeH="0" baseline="0" noProof="0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與真正簽核核准的日子不一致。</a:t>
            </a:r>
            <a:endParaRPr kumimoji="1" lang="zh-TW" altLang="en-US" sz="1500" b="0" kern="1200" cap="none" spc="-150" normalizeH="0" baseline="0" noProof="0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103439" name="Picture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8475" y="1484313"/>
            <a:ext cx="4502150" cy="1303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440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475" y="3005138"/>
            <a:ext cx="4537075" cy="1295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4449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079500"/>
            <a:ext cx="8628062" cy="3883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450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</a:t>
            </a:r>
            <a:r>
              <a:rPr lang="en-US" altLang="zh-TW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F</a:t>
            </a: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系統權限設定</a:t>
            </a:r>
            <a:endParaRPr lang="zh-TW" altLang="zh-CN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104451" name="矩形 6"/>
          <p:cNvSpPr/>
          <p:nvPr/>
        </p:nvSpPr>
        <p:spPr>
          <a:xfrm>
            <a:off x="588963" y="2987675"/>
            <a:ext cx="922337" cy="15398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3419475" y="2211388"/>
            <a:ext cx="288925" cy="2587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400" strike="noStrike" noProof="1"/>
              <a:t>1</a:t>
            </a:r>
            <a:endParaRPr lang="en-US" altLang="zh-TW" sz="1400" strike="noStrike" noProof="1"/>
          </a:p>
        </p:txBody>
      </p:sp>
      <p:sp>
        <p:nvSpPr>
          <p:cNvPr id="7" name="橢圓 6"/>
          <p:cNvSpPr/>
          <p:nvPr/>
        </p:nvSpPr>
        <p:spPr>
          <a:xfrm>
            <a:off x="2432050" y="3343275"/>
            <a:ext cx="288925" cy="26035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400" strike="noStrike" noProof="1"/>
              <a:t>2</a:t>
            </a:r>
            <a:endParaRPr lang="en-US" altLang="zh-TW" sz="1400" strike="noStrike" noProof="1"/>
          </a:p>
        </p:txBody>
      </p:sp>
      <p:sp>
        <p:nvSpPr>
          <p:cNvPr id="8" name="橢圓 7"/>
          <p:cNvSpPr/>
          <p:nvPr/>
        </p:nvSpPr>
        <p:spPr>
          <a:xfrm>
            <a:off x="5776913" y="1952625"/>
            <a:ext cx="287338" cy="2587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400" strike="noStrike" noProof="1"/>
              <a:t>3</a:t>
            </a:r>
            <a:endParaRPr lang="en-US" altLang="zh-TW" sz="1400" strike="noStrike" noProof="1"/>
          </a:p>
        </p:txBody>
      </p:sp>
      <p:sp>
        <p:nvSpPr>
          <p:cNvPr id="9" name="橢圓 8"/>
          <p:cNvSpPr/>
          <p:nvPr/>
        </p:nvSpPr>
        <p:spPr>
          <a:xfrm>
            <a:off x="5999163" y="3270250"/>
            <a:ext cx="288925" cy="26035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400" strike="noStrike" noProof="1"/>
              <a:t>4</a:t>
            </a:r>
            <a:endParaRPr lang="en-US" altLang="zh-TW" sz="1400" strike="noStrike" noProof="1"/>
          </a:p>
        </p:txBody>
      </p:sp>
      <p:sp>
        <p:nvSpPr>
          <p:cNvPr id="10" name="橢圓 9"/>
          <p:cNvSpPr/>
          <p:nvPr/>
        </p:nvSpPr>
        <p:spPr>
          <a:xfrm>
            <a:off x="5368925" y="4313238"/>
            <a:ext cx="287338" cy="2587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400" strike="noStrike" noProof="1"/>
              <a:t>5</a:t>
            </a:r>
            <a:endParaRPr lang="en-US" altLang="zh-TW" sz="1400" strike="noStrike" noProof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3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en-US" kern="1200" normalizeH="0" baseline="0">
                <a:latin typeface="Microsoft YaHei" panose="020B0503020204020204" charset="-122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整合</a:t>
            </a:r>
            <a:r>
              <a:rPr lang="en-US" altLang="zh-TW" kern="1200" normalizeH="0" baseline="0">
                <a:latin typeface="Microsoft YaHei" panose="020B0503020204020204" charset="-122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ERP</a:t>
            </a:r>
            <a:r>
              <a:rPr lang="zh-TW" altLang="zh-CN" kern="1200" normalizeH="0" baseline="0">
                <a:latin typeface="Microsoft YaHei" panose="020B0503020204020204" charset="-122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表單</a:t>
            </a:r>
            <a:r>
              <a:rPr lang="zh-TW" altLang="en-US" kern="1200" normalizeH="0" baseline="0">
                <a:latin typeface="Microsoft YaHei" panose="020B0503020204020204" charset="-122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設定程序</a:t>
            </a:r>
            <a:endParaRPr lang="zh-TW" altLang="en-US" kern="1200" normalizeH="0" baseline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Microsoft YaHei" panose="020B0503020204020204" charset="-122"/>
            </a:endParaRPr>
          </a:p>
        </p:txBody>
      </p:sp>
      <p:grpSp>
        <p:nvGrpSpPr>
          <p:cNvPr id="105474" name="Group 23"/>
          <p:cNvGrpSpPr/>
          <p:nvPr/>
        </p:nvGrpSpPr>
        <p:grpSpPr>
          <a:xfrm>
            <a:off x="1816100" y="1724025"/>
            <a:ext cx="5534025" cy="53975"/>
            <a:chOff x="0" y="2086"/>
            <a:chExt cx="6698" cy="1056"/>
          </a:xfrm>
        </p:grpSpPr>
        <p:sp>
          <p:nvSpPr>
            <p:cNvPr id="105475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05476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05477" name="Group 220"/>
          <p:cNvGrpSpPr/>
          <p:nvPr/>
        </p:nvGrpSpPr>
        <p:grpSpPr>
          <a:xfrm>
            <a:off x="1946275" y="1185863"/>
            <a:ext cx="1620838" cy="612775"/>
            <a:chOff x="497" y="935"/>
            <a:chExt cx="1872" cy="746"/>
          </a:xfrm>
        </p:grpSpPr>
        <p:pic>
          <p:nvPicPr>
            <p:cNvPr id="105478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5479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05480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05481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05482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24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5484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3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" name="文字方塊 2"/>
          <p:cNvSpPr txBox="1"/>
          <p:nvPr/>
        </p:nvSpPr>
        <p:spPr>
          <a:xfrm>
            <a:off x="3343275" y="1282700"/>
            <a:ext cx="401478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E</a:t>
            </a:r>
            <a:r>
              <a:rPr lang="en-US" altLang="zh-TW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R</a:t>
            </a:r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P整合設定</a:t>
            </a:r>
            <a:endParaRPr lang="zh-TW" altLang="en-US" spc="300" noProof="1">
              <a:solidFill>
                <a:srgbClr val="41B6E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105486" name="Group 23"/>
          <p:cNvGrpSpPr/>
          <p:nvPr/>
        </p:nvGrpSpPr>
        <p:grpSpPr>
          <a:xfrm>
            <a:off x="1816100" y="3273425"/>
            <a:ext cx="5535613" cy="55563"/>
            <a:chOff x="0" y="2086"/>
            <a:chExt cx="6698" cy="1056"/>
          </a:xfrm>
        </p:grpSpPr>
        <p:sp>
          <p:nvSpPr>
            <p:cNvPr id="105487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05488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05489" name="Group 220"/>
          <p:cNvGrpSpPr/>
          <p:nvPr/>
        </p:nvGrpSpPr>
        <p:grpSpPr>
          <a:xfrm>
            <a:off x="1946275" y="2736850"/>
            <a:ext cx="1622425" cy="612775"/>
            <a:chOff x="497" y="935"/>
            <a:chExt cx="1872" cy="746"/>
          </a:xfrm>
        </p:grpSpPr>
        <p:pic>
          <p:nvPicPr>
            <p:cNvPr id="105490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5491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05492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05493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05494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362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5496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3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4" name="文字方塊 3"/>
          <p:cNvSpPr txBox="1"/>
          <p:nvPr/>
        </p:nvSpPr>
        <p:spPr>
          <a:xfrm>
            <a:off x="3343275" y="2835275"/>
            <a:ext cx="5537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進階整合設定</a:t>
            </a:r>
            <a:r>
              <a:rPr lang="zh-TW" altLang="en-US" sz="1800" spc="300" noProof="1">
                <a:solidFill>
                  <a:schemeClr val="bg1">
                    <a:lumMod val="5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-拆單&amp;欄位運算</a:t>
            </a:r>
            <a:endParaRPr lang="zh-TW" altLang="en-US" sz="1800" spc="300" noProof="1">
              <a:solidFill>
                <a:schemeClr val="bg1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</p:txBody>
      </p:sp>
      <p:grpSp>
        <p:nvGrpSpPr>
          <p:cNvPr id="105498" name="Group 23"/>
          <p:cNvGrpSpPr/>
          <p:nvPr/>
        </p:nvGrpSpPr>
        <p:grpSpPr>
          <a:xfrm>
            <a:off x="1817688" y="4740275"/>
            <a:ext cx="5535612" cy="53975"/>
            <a:chOff x="0" y="2086"/>
            <a:chExt cx="6698" cy="1056"/>
          </a:xfrm>
        </p:grpSpPr>
        <p:sp>
          <p:nvSpPr>
            <p:cNvPr id="105499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05500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05501" name="Group 220"/>
          <p:cNvGrpSpPr/>
          <p:nvPr/>
        </p:nvGrpSpPr>
        <p:grpSpPr>
          <a:xfrm>
            <a:off x="1949450" y="4202113"/>
            <a:ext cx="1620838" cy="612775"/>
            <a:chOff x="497" y="935"/>
            <a:chExt cx="1872" cy="746"/>
          </a:xfrm>
        </p:grpSpPr>
        <p:pic>
          <p:nvPicPr>
            <p:cNvPr id="105502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5503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05504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05505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05506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374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5508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3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" name="文字方塊 4"/>
          <p:cNvSpPr txBox="1"/>
          <p:nvPr/>
        </p:nvSpPr>
        <p:spPr>
          <a:xfrm>
            <a:off x="3346450" y="4298950"/>
            <a:ext cx="401478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其他設定</a:t>
            </a:r>
            <a:endParaRPr lang="zh-TW" altLang="en-US" spc="300" noProof="1">
              <a:solidFill>
                <a:srgbClr val="41B6E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105510" name="Group 23"/>
          <p:cNvGrpSpPr/>
          <p:nvPr/>
        </p:nvGrpSpPr>
        <p:grpSpPr>
          <a:xfrm>
            <a:off x="1817688" y="2495550"/>
            <a:ext cx="5535612" cy="55563"/>
            <a:chOff x="0" y="2086"/>
            <a:chExt cx="6698" cy="1056"/>
          </a:xfrm>
        </p:grpSpPr>
        <p:sp>
          <p:nvSpPr>
            <p:cNvPr id="105511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05512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05513" name="Group 220"/>
          <p:cNvGrpSpPr/>
          <p:nvPr/>
        </p:nvGrpSpPr>
        <p:grpSpPr>
          <a:xfrm>
            <a:off x="1949450" y="1958975"/>
            <a:ext cx="1620838" cy="612775"/>
            <a:chOff x="497" y="935"/>
            <a:chExt cx="1872" cy="746"/>
          </a:xfrm>
        </p:grpSpPr>
        <p:pic>
          <p:nvPicPr>
            <p:cNvPr id="105514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5515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05516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05517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05518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9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5520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3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1" name="文字方塊 20"/>
          <p:cNvSpPr txBox="1"/>
          <p:nvPr/>
        </p:nvSpPr>
        <p:spPr>
          <a:xfrm>
            <a:off x="3346450" y="2055813"/>
            <a:ext cx="401478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EF整合設定</a:t>
            </a:r>
            <a:endParaRPr lang="zh-TW" altLang="en-US" spc="300" noProof="1">
              <a:solidFill>
                <a:srgbClr val="41B6E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105522" name="Group 23"/>
          <p:cNvGrpSpPr/>
          <p:nvPr/>
        </p:nvGrpSpPr>
        <p:grpSpPr>
          <a:xfrm>
            <a:off x="1800225" y="3986213"/>
            <a:ext cx="5535613" cy="55562"/>
            <a:chOff x="0" y="2086"/>
            <a:chExt cx="6698" cy="1056"/>
          </a:xfrm>
        </p:grpSpPr>
        <p:sp>
          <p:nvSpPr>
            <p:cNvPr id="105523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05524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05525" name="Group 220"/>
          <p:cNvGrpSpPr/>
          <p:nvPr/>
        </p:nvGrpSpPr>
        <p:grpSpPr>
          <a:xfrm>
            <a:off x="1930400" y="3449638"/>
            <a:ext cx="1622425" cy="612775"/>
            <a:chOff x="497" y="935"/>
            <a:chExt cx="1872" cy="746"/>
          </a:xfrm>
        </p:grpSpPr>
        <p:pic>
          <p:nvPicPr>
            <p:cNvPr id="105526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5527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05528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05529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05530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33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5532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3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5" name="文字方塊 34"/>
          <p:cNvSpPr txBox="1"/>
          <p:nvPr/>
        </p:nvSpPr>
        <p:spPr>
          <a:xfrm>
            <a:off x="3327400" y="3546475"/>
            <a:ext cx="40163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表單執行結果呈現</a:t>
            </a:r>
            <a:endParaRPr lang="zh-TW" altLang="en-US" spc="300" noProof="1">
              <a:solidFill>
                <a:srgbClr val="41B6E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4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7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ERP單據不同公司別/單別拋至EF不同表單</a:t>
            </a:r>
            <a:endParaRPr lang="zh-TW" altLang="zh-CN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106498" name="文字方塊 1"/>
          <p:cNvSpPr txBox="1"/>
          <p:nvPr/>
        </p:nvSpPr>
        <p:spPr>
          <a:xfrm>
            <a:off x="322263" y="998538"/>
            <a:ext cx="8789987" cy="11684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應用時機：1.讓簽核主管從主旨可明確了解目前簽核表單類別、2.單別間流程不一致性、3.不同公司別跑不同流程</a:t>
            </a: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106499" name="群組 6"/>
          <p:cNvGrpSpPr/>
          <p:nvPr/>
        </p:nvGrpSpPr>
        <p:grpSpPr>
          <a:xfrm>
            <a:off x="404813" y="1509713"/>
            <a:ext cx="8431212" cy="3770312"/>
            <a:chOff x="791" y="2378"/>
            <a:chExt cx="13276" cy="5938"/>
          </a:xfrm>
        </p:grpSpPr>
        <p:pic>
          <p:nvPicPr>
            <p:cNvPr id="106500" name="圖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91" y="2378"/>
              <a:ext cx="13276" cy="593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6501" name="矩形 6"/>
            <p:cNvSpPr/>
            <p:nvPr/>
          </p:nvSpPr>
          <p:spPr>
            <a:xfrm>
              <a:off x="1066" y="6105"/>
              <a:ext cx="1453" cy="243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</a:pPr>
              <a:endParaRPr lang="zh-TW" altLang="en-US">
                <a:latin typeface="Calibri" panose="020F050202020403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106502" name="矩形 6"/>
            <p:cNvSpPr/>
            <p:nvPr/>
          </p:nvSpPr>
          <p:spPr>
            <a:xfrm>
              <a:off x="4272" y="3494"/>
              <a:ext cx="926" cy="243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</a:pPr>
              <a:endParaRPr lang="zh-TW" altLang="en-US">
                <a:latin typeface="Calibri" panose="020F0502020204030204" pitchFamily="34" charset="0"/>
                <a:ea typeface="新細明體" panose="02020500000000000000" pitchFamily="18" charset="-120"/>
              </a:endParaRPr>
            </a:p>
          </p:txBody>
        </p:sp>
        <p:pic>
          <p:nvPicPr>
            <p:cNvPr id="106503" name="圖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27" y="5636"/>
              <a:ext cx="6062" cy="192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6504" name="矩形 6"/>
            <p:cNvSpPr/>
            <p:nvPr/>
          </p:nvSpPr>
          <p:spPr>
            <a:xfrm>
              <a:off x="7707" y="5013"/>
              <a:ext cx="971" cy="243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</a:pPr>
              <a:endParaRPr lang="zh-TW" altLang="en-US">
                <a:latin typeface="Calibri" panose="020F050202020403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6" name="直線單箭頭接點 5"/>
            <p:cNvCxnSpPr>
              <a:stCxn id="106504" idx="2"/>
            </p:cNvCxnSpPr>
            <p:nvPr/>
          </p:nvCxnSpPr>
          <p:spPr>
            <a:xfrm>
              <a:off x="8193" y="5369"/>
              <a:ext cx="28" cy="38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1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ERP單據不同公司別/單別拋至EF不同表單</a:t>
            </a:r>
            <a:endParaRPr lang="zh-TW" altLang="zh-CN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107522" name="文字方塊 1"/>
          <p:cNvSpPr txBox="1"/>
          <p:nvPr/>
        </p:nvSpPr>
        <p:spPr>
          <a:xfrm>
            <a:off x="322263" y="998538"/>
            <a:ext cx="8789987" cy="952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E</a:t>
            </a:r>
            <a:r>
              <a:rPr lang="en-US" altLang="zh-TW" sz="14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R</a:t>
            </a: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P單據和EF表單代號對應設定(若ERP單據有客製，需新增此作業)</a:t>
            </a: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107523" name="圖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263" y="1539875"/>
            <a:ext cx="7951787" cy="3586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7524" name="矩形 6"/>
          <p:cNvSpPr/>
          <p:nvPr/>
        </p:nvSpPr>
        <p:spPr>
          <a:xfrm>
            <a:off x="3768725" y="3357563"/>
            <a:ext cx="187325" cy="15398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5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ERP單據不同公司別/單別拋至EF不同表單</a:t>
            </a:r>
            <a:endParaRPr lang="zh-TW" altLang="zh-CN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108546" name="文字方塊 1"/>
          <p:cNvSpPr txBox="1"/>
          <p:nvPr/>
        </p:nvSpPr>
        <p:spPr>
          <a:xfrm>
            <a:off x="322263" y="998538"/>
            <a:ext cx="8789987" cy="952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設定後，會寫入表單關連頁籤產生新的關連</a:t>
            </a: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108547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292225"/>
            <a:ext cx="8291512" cy="3740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8548" name="矩形 6"/>
          <p:cNvSpPr/>
          <p:nvPr/>
        </p:nvSpPr>
        <p:spPr>
          <a:xfrm>
            <a:off x="2989263" y="3546475"/>
            <a:ext cx="2284412" cy="11906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9569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284288"/>
            <a:ext cx="8521700" cy="38306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9570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ERP單據欄位，拋至</a:t>
            </a:r>
            <a:r>
              <a:rPr lang="en-US" altLang="zh-TW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EF</a:t>
            </a: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進行運算</a:t>
            </a:r>
            <a:endParaRPr lang="zh-TW" altLang="zh-CN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109571" name="文字方塊 1"/>
          <p:cNvSpPr txBox="1"/>
          <p:nvPr/>
        </p:nvSpPr>
        <p:spPr>
          <a:xfrm>
            <a:off x="322263" y="998538"/>
            <a:ext cx="8789987" cy="952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點選</a:t>
            </a:r>
            <a:r>
              <a:rPr lang="zh-TW" altLang="en-US" sz="1400" b="0" dirty="0">
                <a:solidFill>
                  <a:srgbClr val="0000FF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右鍵</a:t>
            </a: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進入欄位運算</a:t>
            </a: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9572" name="矩形 6"/>
          <p:cNvSpPr/>
          <p:nvPr/>
        </p:nvSpPr>
        <p:spPr>
          <a:xfrm>
            <a:off x="3055938" y="3095625"/>
            <a:ext cx="1111250" cy="11906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09573" name="矩形 6"/>
          <p:cNvSpPr/>
          <p:nvPr/>
        </p:nvSpPr>
        <p:spPr>
          <a:xfrm>
            <a:off x="4632325" y="2632075"/>
            <a:ext cx="1111250" cy="11906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09574" name="矩形 6"/>
          <p:cNvSpPr/>
          <p:nvPr/>
        </p:nvSpPr>
        <p:spPr>
          <a:xfrm>
            <a:off x="5743575" y="1951038"/>
            <a:ext cx="2863850" cy="17145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0593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300163"/>
            <a:ext cx="8221662" cy="37099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0594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ERP 作業拋 EF 表單的主旨可自訂單頭的欄位</a:t>
            </a:r>
            <a:endParaRPr lang="zh-TW" altLang="zh-CN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110595" name="文字方塊 1"/>
          <p:cNvSpPr txBox="1"/>
          <p:nvPr/>
        </p:nvSpPr>
        <p:spPr>
          <a:xfrm>
            <a:off x="322263" y="998538"/>
            <a:ext cx="8789987" cy="3063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TW" sz="14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ERP</a:t>
            </a:r>
            <a:r>
              <a:rPr lang="zh-TW" altLang="zh-TW" sz="14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版本限制：</a:t>
            </a: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WF GPDB400110 以上；Cosmos iGP 以上；SMERP不支援</a:t>
            </a: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0596" name="矩形 6"/>
          <p:cNvSpPr/>
          <p:nvPr/>
        </p:nvSpPr>
        <p:spPr>
          <a:xfrm>
            <a:off x="598488" y="3249613"/>
            <a:ext cx="1111250" cy="11906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0597" name="矩形 6"/>
          <p:cNvSpPr/>
          <p:nvPr/>
        </p:nvSpPr>
        <p:spPr>
          <a:xfrm>
            <a:off x="1836738" y="3308350"/>
            <a:ext cx="612775" cy="1397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6" name="群組 5"/>
          <p:cNvGrpSpPr/>
          <p:nvPr/>
        </p:nvGrpSpPr>
        <p:grpSpPr>
          <a:xfrm>
            <a:off x="5175250" y="2260600"/>
            <a:ext cx="3313113" cy="2749550"/>
            <a:chOff x="8149" y="3560"/>
            <a:chExt cx="5218" cy="4330"/>
          </a:xfrm>
        </p:grpSpPr>
        <p:pic>
          <p:nvPicPr>
            <p:cNvPr id="110599" name="圖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49" y="3560"/>
              <a:ext cx="5218" cy="433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0600" name="矩形 6"/>
            <p:cNvSpPr/>
            <p:nvPr/>
          </p:nvSpPr>
          <p:spPr>
            <a:xfrm>
              <a:off x="8149" y="5768"/>
              <a:ext cx="5217" cy="2121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</a:pPr>
              <a:endParaRPr lang="zh-TW" altLang="en-US">
                <a:latin typeface="Calibri" panose="020F0502020204030204" pitchFamily="34" charset="0"/>
                <a:ea typeface="新細明體" panose="02020500000000000000" pitchFamily="18" charset="-12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7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en-US" kern="1200" normalizeH="0" baseline="0">
                <a:latin typeface="Microsoft YaHei" panose="020B0503020204020204" charset="-122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整合</a:t>
            </a:r>
            <a:r>
              <a:rPr lang="en-US" altLang="zh-TW" kern="1200" normalizeH="0" baseline="0">
                <a:latin typeface="Microsoft YaHei" panose="020B0503020204020204" charset="-122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ERP</a:t>
            </a:r>
            <a:r>
              <a:rPr lang="zh-TW" altLang="zh-CN" kern="1200" normalizeH="0" baseline="0">
                <a:latin typeface="Microsoft YaHei" panose="020B0503020204020204" charset="-122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表單</a:t>
            </a:r>
            <a:r>
              <a:rPr lang="zh-TW" altLang="en-US" kern="1200" normalizeH="0" baseline="0">
                <a:latin typeface="Microsoft YaHei" panose="020B0503020204020204" charset="-122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設定程序</a:t>
            </a:r>
            <a:endParaRPr lang="zh-TW" altLang="en-US" kern="1200" normalizeH="0" baseline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Microsoft YaHei" panose="020B0503020204020204" charset="-122"/>
            </a:endParaRPr>
          </a:p>
        </p:txBody>
      </p:sp>
      <p:grpSp>
        <p:nvGrpSpPr>
          <p:cNvPr id="111618" name="Group 23"/>
          <p:cNvGrpSpPr/>
          <p:nvPr/>
        </p:nvGrpSpPr>
        <p:grpSpPr>
          <a:xfrm>
            <a:off x="1816100" y="1724025"/>
            <a:ext cx="5534025" cy="53975"/>
            <a:chOff x="0" y="2086"/>
            <a:chExt cx="6698" cy="1056"/>
          </a:xfrm>
        </p:grpSpPr>
        <p:sp>
          <p:nvSpPr>
            <p:cNvPr id="111619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11620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11621" name="Group 220"/>
          <p:cNvGrpSpPr/>
          <p:nvPr/>
        </p:nvGrpSpPr>
        <p:grpSpPr>
          <a:xfrm>
            <a:off x="1946275" y="1185863"/>
            <a:ext cx="1620838" cy="612775"/>
            <a:chOff x="497" y="935"/>
            <a:chExt cx="1872" cy="746"/>
          </a:xfrm>
        </p:grpSpPr>
        <p:pic>
          <p:nvPicPr>
            <p:cNvPr id="111622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1623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11624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11625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11626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24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1628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3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" name="文字方塊 2"/>
          <p:cNvSpPr txBox="1"/>
          <p:nvPr/>
        </p:nvSpPr>
        <p:spPr>
          <a:xfrm>
            <a:off x="3343275" y="1282700"/>
            <a:ext cx="401478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E</a:t>
            </a:r>
            <a:r>
              <a:rPr lang="en-US" altLang="zh-TW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R</a:t>
            </a:r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P整合設定</a:t>
            </a:r>
            <a:endParaRPr lang="zh-TW" altLang="en-US" spc="300" noProof="1">
              <a:solidFill>
                <a:srgbClr val="41B6E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111630" name="Group 23"/>
          <p:cNvGrpSpPr/>
          <p:nvPr/>
        </p:nvGrpSpPr>
        <p:grpSpPr>
          <a:xfrm>
            <a:off x="1816100" y="3273425"/>
            <a:ext cx="5535613" cy="55563"/>
            <a:chOff x="0" y="2086"/>
            <a:chExt cx="6698" cy="1056"/>
          </a:xfrm>
        </p:grpSpPr>
        <p:sp>
          <p:nvSpPr>
            <p:cNvPr id="111631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11632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11633" name="Group 220"/>
          <p:cNvGrpSpPr/>
          <p:nvPr/>
        </p:nvGrpSpPr>
        <p:grpSpPr>
          <a:xfrm>
            <a:off x="1946275" y="2736850"/>
            <a:ext cx="1622425" cy="612775"/>
            <a:chOff x="497" y="935"/>
            <a:chExt cx="1872" cy="746"/>
          </a:xfrm>
        </p:grpSpPr>
        <p:pic>
          <p:nvPicPr>
            <p:cNvPr id="111634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1635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11636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11637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11638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362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1640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3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4" name="文字方塊 3"/>
          <p:cNvSpPr txBox="1"/>
          <p:nvPr/>
        </p:nvSpPr>
        <p:spPr>
          <a:xfrm>
            <a:off x="3343275" y="2835275"/>
            <a:ext cx="5537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進階整合設定</a:t>
            </a:r>
            <a:r>
              <a:rPr lang="zh-TW" altLang="en-US" sz="1800" spc="300" noProof="1">
                <a:solidFill>
                  <a:schemeClr val="bg1">
                    <a:lumMod val="5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-拆單&amp;欄位運算</a:t>
            </a:r>
            <a:endParaRPr lang="zh-TW" altLang="en-US" sz="1800" spc="300" noProof="1">
              <a:solidFill>
                <a:schemeClr val="bg1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</p:txBody>
      </p:sp>
      <p:grpSp>
        <p:nvGrpSpPr>
          <p:cNvPr id="111642" name="Group 23"/>
          <p:cNvGrpSpPr/>
          <p:nvPr/>
        </p:nvGrpSpPr>
        <p:grpSpPr>
          <a:xfrm>
            <a:off x="1817688" y="4740275"/>
            <a:ext cx="5535612" cy="53975"/>
            <a:chOff x="0" y="2086"/>
            <a:chExt cx="6698" cy="1056"/>
          </a:xfrm>
        </p:grpSpPr>
        <p:sp>
          <p:nvSpPr>
            <p:cNvPr id="111643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11644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11645" name="Group 220"/>
          <p:cNvGrpSpPr/>
          <p:nvPr/>
        </p:nvGrpSpPr>
        <p:grpSpPr>
          <a:xfrm>
            <a:off x="1949450" y="4202113"/>
            <a:ext cx="1620838" cy="612775"/>
            <a:chOff x="497" y="935"/>
            <a:chExt cx="1872" cy="746"/>
          </a:xfrm>
        </p:grpSpPr>
        <p:pic>
          <p:nvPicPr>
            <p:cNvPr id="111646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1647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11648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11649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11650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374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1652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3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" name="文字方塊 4"/>
          <p:cNvSpPr txBox="1"/>
          <p:nvPr/>
        </p:nvSpPr>
        <p:spPr>
          <a:xfrm>
            <a:off x="3346450" y="4298950"/>
            <a:ext cx="401478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其他設定</a:t>
            </a:r>
            <a:endParaRPr lang="zh-TW" altLang="en-US" spc="300" noProof="1">
              <a:solidFill>
                <a:srgbClr val="41B6E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111654" name="Group 23"/>
          <p:cNvGrpSpPr/>
          <p:nvPr/>
        </p:nvGrpSpPr>
        <p:grpSpPr>
          <a:xfrm>
            <a:off x="1817688" y="2495550"/>
            <a:ext cx="5535612" cy="55563"/>
            <a:chOff x="0" y="2086"/>
            <a:chExt cx="6698" cy="1056"/>
          </a:xfrm>
        </p:grpSpPr>
        <p:sp>
          <p:nvSpPr>
            <p:cNvPr id="111655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11656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11657" name="Group 220"/>
          <p:cNvGrpSpPr/>
          <p:nvPr/>
        </p:nvGrpSpPr>
        <p:grpSpPr>
          <a:xfrm>
            <a:off x="1949450" y="1958975"/>
            <a:ext cx="1620838" cy="612775"/>
            <a:chOff x="497" y="935"/>
            <a:chExt cx="1872" cy="746"/>
          </a:xfrm>
        </p:grpSpPr>
        <p:pic>
          <p:nvPicPr>
            <p:cNvPr id="111658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1659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11660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11661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11662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9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1664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3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1" name="文字方塊 20"/>
          <p:cNvSpPr txBox="1"/>
          <p:nvPr/>
        </p:nvSpPr>
        <p:spPr>
          <a:xfrm>
            <a:off x="3346450" y="2055813"/>
            <a:ext cx="401478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EF整合設定</a:t>
            </a:r>
            <a:endParaRPr lang="zh-TW" altLang="en-US" spc="300" noProof="1">
              <a:solidFill>
                <a:srgbClr val="41B6E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111666" name="Group 23"/>
          <p:cNvGrpSpPr/>
          <p:nvPr/>
        </p:nvGrpSpPr>
        <p:grpSpPr>
          <a:xfrm>
            <a:off x="1800225" y="3986213"/>
            <a:ext cx="5535613" cy="55562"/>
            <a:chOff x="0" y="2086"/>
            <a:chExt cx="6698" cy="1056"/>
          </a:xfrm>
        </p:grpSpPr>
        <p:sp>
          <p:nvSpPr>
            <p:cNvPr id="111667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11668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11669" name="Group 220"/>
          <p:cNvGrpSpPr/>
          <p:nvPr/>
        </p:nvGrpSpPr>
        <p:grpSpPr>
          <a:xfrm>
            <a:off x="1930400" y="3449638"/>
            <a:ext cx="1622425" cy="612775"/>
            <a:chOff x="497" y="935"/>
            <a:chExt cx="1872" cy="746"/>
          </a:xfrm>
        </p:grpSpPr>
        <p:pic>
          <p:nvPicPr>
            <p:cNvPr id="111670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1671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11672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11673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11674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33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1676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3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5" name="文字方塊 34"/>
          <p:cNvSpPr txBox="1"/>
          <p:nvPr/>
        </p:nvSpPr>
        <p:spPr>
          <a:xfrm>
            <a:off x="3327400" y="3546475"/>
            <a:ext cx="40163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表單執行結果呈現</a:t>
            </a:r>
            <a:endParaRPr lang="zh-TW" altLang="en-US" spc="300" noProof="1">
              <a:solidFill>
                <a:srgbClr val="41B6E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5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1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ERP 單據輸入畫面(自動送簽)</a:t>
            </a:r>
            <a:endParaRPr lang="zh-TW" altLang="zh-CN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112642" name="文字方塊 1"/>
          <p:cNvSpPr txBox="1"/>
          <p:nvPr/>
        </p:nvSpPr>
        <p:spPr>
          <a:xfrm>
            <a:off x="322263" y="998538"/>
            <a:ext cx="8789987" cy="3063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endParaRPr lang="zh-TW" altLang="en-US" sz="1400" b="0" dirty="0">
              <a:latin typeface="Microsoft YaHei" panose="020B0503020204020204" charset="-122"/>
              <a:ea typeface="新細明體" panose="02020500000000000000" pitchFamily="18" charset="-120"/>
            </a:endParaRPr>
          </a:p>
        </p:txBody>
      </p:sp>
      <p:pic>
        <p:nvPicPr>
          <p:cNvPr id="112643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304925"/>
            <a:ext cx="6621462" cy="3787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44" name="矩形 6"/>
          <p:cNvSpPr/>
          <p:nvPr/>
        </p:nvSpPr>
        <p:spPr>
          <a:xfrm>
            <a:off x="3121025" y="3432175"/>
            <a:ext cx="1433513" cy="14763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2645" name="矩形 6"/>
          <p:cNvSpPr/>
          <p:nvPr/>
        </p:nvSpPr>
        <p:spPr>
          <a:xfrm>
            <a:off x="2917825" y="1711325"/>
            <a:ext cx="317500" cy="4826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8" name="群組 7"/>
          <p:cNvGrpSpPr/>
          <p:nvPr/>
        </p:nvGrpSpPr>
        <p:grpSpPr>
          <a:xfrm>
            <a:off x="3076575" y="2106613"/>
            <a:ext cx="2727325" cy="1641475"/>
            <a:chOff x="4846" y="3318"/>
            <a:chExt cx="4294" cy="2584"/>
          </a:xfrm>
        </p:grpSpPr>
        <p:pic>
          <p:nvPicPr>
            <p:cNvPr id="112647" name="圖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60" y="3318"/>
              <a:ext cx="3881" cy="2584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7" name="肘形接點 6"/>
            <p:cNvCxnSpPr>
              <a:stCxn id="112645" idx="2"/>
              <a:endCxn id="112647" idx="1"/>
            </p:cNvCxnSpPr>
            <p:nvPr/>
          </p:nvCxnSpPr>
          <p:spPr>
            <a:xfrm rot="5400000" flipV="1">
              <a:off x="4476" y="3826"/>
              <a:ext cx="1154" cy="414"/>
            </a:xfrm>
            <a:prstGeom prst="bentConnector2">
              <a:avLst/>
            </a:prstGeom>
            <a:ln w="22225">
              <a:solidFill>
                <a:srgbClr val="FF0000"/>
              </a:solidFill>
              <a:tailEnd type="arrow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5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ERP 單據輸入畫面(手動送簽)</a:t>
            </a:r>
            <a:endParaRPr lang="zh-TW" altLang="zh-CN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113666" name="文字方塊 1"/>
          <p:cNvSpPr txBox="1"/>
          <p:nvPr/>
        </p:nvSpPr>
        <p:spPr>
          <a:xfrm>
            <a:off x="322263" y="998538"/>
            <a:ext cx="8789987" cy="3063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endParaRPr lang="zh-TW" altLang="en-US" sz="1400" b="0" dirty="0">
              <a:latin typeface="Microsoft YaHei" panose="020B0503020204020204" charset="-122"/>
              <a:ea typeface="新細明體" panose="02020500000000000000" pitchFamily="18" charset="-120"/>
            </a:endParaRPr>
          </a:p>
        </p:txBody>
      </p:sp>
      <p:pic>
        <p:nvPicPr>
          <p:cNvPr id="113667" name="圖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079500"/>
            <a:ext cx="7029450" cy="4029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3668" name="矩形 6"/>
          <p:cNvSpPr/>
          <p:nvPr/>
        </p:nvSpPr>
        <p:spPr>
          <a:xfrm>
            <a:off x="3760788" y="1520825"/>
            <a:ext cx="319087" cy="4826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113669" name="物件 10"/>
          <p:cNvGraphicFramePr/>
          <p:nvPr/>
        </p:nvGraphicFramePr>
        <p:xfrm>
          <a:off x="4838700" y="2073275"/>
          <a:ext cx="1347788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2" imgW="1346200" imgH="996950" progId="Paint.Picture">
                  <p:embed/>
                </p:oleObj>
              </mc:Choice>
              <mc:Fallback>
                <p:oleObj name="" r:id="rId2" imgW="1346200" imgH="996950" progId="Paint.Picture">
                  <p:embed/>
                  <p:pic>
                    <p:nvPicPr>
                      <p:cNvPr id="0" name="圖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38700" y="2073275"/>
                        <a:ext cx="1347788" cy="996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0" name="矩形 6"/>
          <p:cNvSpPr/>
          <p:nvPr/>
        </p:nvSpPr>
        <p:spPr>
          <a:xfrm>
            <a:off x="4838700" y="2073275"/>
            <a:ext cx="1347788" cy="26828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3671" name="矩形 6"/>
          <p:cNvSpPr/>
          <p:nvPr/>
        </p:nvSpPr>
        <p:spPr>
          <a:xfrm>
            <a:off x="4838700" y="1520825"/>
            <a:ext cx="539750" cy="55245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17" name="群組 16"/>
          <p:cNvGrpSpPr/>
          <p:nvPr/>
        </p:nvGrpSpPr>
        <p:grpSpPr>
          <a:xfrm>
            <a:off x="3925888" y="2003425"/>
            <a:ext cx="3148012" cy="2324100"/>
            <a:chOff x="6182" y="3156"/>
            <a:chExt cx="4958" cy="3658"/>
          </a:xfrm>
        </p:grpSpPr>
        <p:pic>
          <p:nvPicPr>
            <p:cNvPr id="113673" name="圖片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96" y="3836"/>
              <a:ext cx="4544" cy="2978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15" name="肘形接點 14"/>
            <p:cNvCxnSpPr/>
            <p:nvPr/>
          </p:nvCxnSpPr>
          <p:spPr>
            <a:xfrm rot="5400000" flipV="1">
              <a:off x="5812" y="3526"/>
              <a:ext cx="1154" cy="414"/>
            </a:xfrm>
            <a:prstGeom prst="bentConnector2">
              <a:avLst/>
            </a:prstGeom>
            <a:ln w="22225">
              <a:solidFill>
                <a:srgbClr val="FF0000"/>
              </a:solidFill>
              <a:tailEnd type="arrow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肘形接點 15"/>
            <p:cNvCxnSpPr>
              <a:stCxn id="113670" idx="1"/>
            </p:cNvCxnSpPr>
            <p:nvPr/>
          </p:nvCxnSpPr>
          <p:spPr>
            <a:xfrm rot="10800000" flipV="1">
              <a:off x="7312" y="3476"/>
              <a:ext cx="307" cy="347"/>
            </a:xfrm>
            <a:prstGeom prst="bentConnector2">
              <a:avLst/>
            </a:prstGeom>
            <a:ln w="22225">
              <a:solidFill>
                <a:srgbClr val="FF0000"/>
              </a:solidFill>
              <a:tailEnd type="arrow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文字方塊 17"/>
          <p:cNvSpPr txBox="1"/>
          <p:nvPr/>
        </p:nvSpPr>
        <p:spPr>
          <a:xfrm>
            <a:off x="4838700" y="3597275"/>
            <a:ext cx="1725613" cy="307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40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</a:rPr>
              <a:t>限</a:t>
            </a:r>
            <a:r>
              <a:rPr lang="en-US" altLang="zh-TW" sz="140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</a:rPr>
              <a:t>100</a:t>
            </a:r>
            <a:r>
              <a:rPr lang="zh-TW" altLang="en-US" sz="140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</a:rPr>
              <a:t>字</a:t>
            </a:r>
            <a:endParaRPr lang="zh-TW" altLang="en-US" sz="1400">
              <a:solidFill>
                <a:srgbClr val="FF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89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ERP電子表單佇列工作可查詢處理狀態(成功)</a:t>
            </a:r>
            <a:endParaRPr lang="zh-TW" altLang="zh-CN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114690" name="文字方塊 1"/>
          <p:cNvSpPr txBox="1"/>
          <p:nvPr/>
        </p:nvSpPr>
        <p:spPr>
          <a:xfrm>
            <a:off x="322263" y="998538"/>
            <a:ext cx="8789987" cy="3063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endParaRPr lang="zh-TW" altLang="en-US" sz="1400" b="0" dirty="0">
              <a:latin typeface="Microsoft YaHei" panose="020B0503020204020204" charset="-122"/>
              <a:ea typeface="新細明體" panose="02020500000000000000" pitchFamily="18" charset="-120"/>
            </a:endParaRPr>
          </a:p>
        </p:txBody>
      </p:sp>
      <p:pic>
        <p:nvPicPr>
          <p:cNvPr id="114691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138238"/>
            <a:ext cx="7742237" cy="4092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4692" name="矩形 6"/>
          <p:cNvSpPr/>
          <p:nvPr/>
        </p:nvSpPr>
        <p:spPr>
          <a:xfrm>
            <a:off x="874713" y="3257550"/>
            <a:ext cx="896937" cy="14287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4693" name="矩形 6"/>
          <p:cNvSpPr/>
          <p:nvPr/>
        </p:nvSpPr>
        <p:spPr>
          <a:xfrm>
            <a:off x="2698750" y="4384675"/>
            <a:ext cx="3559175" cy="60166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4694" name="矩形 6"/>
          <p:cNvSpPr/>
          <p:nvPr/>
        </p:nvSpPr>
        <p:spPr>
          <a:xfrm>
            <a:off x="2698750" y="3836988"/>
            <a:ext cx="1379538" cy="23018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3" name="文字方塊 1"/>
          <p:cNvSpPr txBox="1"/>
          <p:nvPr/>
        </p:nvSpPr>
        <p:spPr>
          <a:xfrm>
            <a:off x="322263" y="998538"/>
            <a:ext cx="8789987" cy="3063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zh-TW" sz="1400" b="0" dirty="0">
                <a:latin typeface="Microsoft YaHei" panose="020B0503020204020204" charset="-122"/>
                <a:ea typeface="Microsoft YaHei" panose="020B0503020204020204" charset="-122"/>
              </a:rPr>
              <a:t>處理狀態若為有問題，可將問題排除後，刪除該筆佇列記錄，並請同仁重新送簽。</a:t>
            </a:r>
            <a:endParaRPr lang="zh-TW" altLang="zh-TW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115714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304925"/>
            <a:ext cx="7580312" cy="40116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5715" name="矩形 6"/>
          <p:cNvSpPr/>
          <p:nvPr/>
        </p:nvSpPr>
        <p:spPr>
          <a:xfrm>
            <a:off x="2547938" y="3916363"/>
            <a:ext cx="1427162" cy="18256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5716" name="矩形 6"/>
          <p:cNvSpPr/>
          <p:nvPr/>
        </p:nvSpPr>
        <p:spPr>
          <a:xfrm>
            <a:off x="2547938" y="4408488"/>
            <a:ext cx="3487737" cy="61753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5717" name="標題 3"/>
          <p:cNvSpPr>
            <a:spLocks noGrp="1"/>
          </p:cNvSpPr>
          <p:nvPr/>
        </p:nvSpPr>
        <p:spPr>
          <a:xfrm>
            <a:off x="404813" y="539750"/>
            <a:ext cx="8369300" cy="539750"/>
          </a:xfrm>
          <a:prstGeom prst="rect">
            <a:avLst/>
          </a:prstGeom>
          <a:noFill/>
          <a:ln w="9525">
            <a:noFill/>
          </a:ln>
        </p:spPr>
        <p:txBody>
          <a:bodyPr lIns="101600" tIns="38100" rIns="76200" bIns="38100" anchor="ctr" anchorCtr="0"/>
          <a:p>
            <a:pPr defTabSz="685800">
              <a:spcBef>
                <a:spcPct val="0"/>
              </a:spcBef>
            </a:pP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ERP電子表單佇列工作可查詢處理狀態(有問題)</a:t>
            </a:r>
            <a:endParaRPr lang="zh-TW" altLang="zh-CN">
              <a:solidFill>
                <a:srgbClr val="41B6E7"/>
              </a:solidFill>
              <a:latin typeface="Arial" panose="020B0604020202020204" pitchFamily="34" charset="0"/>
              <a:ea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7" name="標題 3"/>
          <p:cNvSpPr>
            <a:spLocks noGrp="1"/>
          </p:cNvSpPr>
          <p:nvPr/>
        </p:nvSpPr>
        <p:spPr>
          <a:xfrm>
            <a:off x="404813" y="539750"/>
            <a:ext cx="8369300" cy="539750"/>
          </a:xfrm>
          <a:prstGeom prst="rect">
            <a:avLst/>
          </a:prstGeom>
          <a:noFill/>
          <a:ln w="9525">
            <a:noFill/>
          </a:ln>
        </p:spPr>
        <p:txBody>
          <a:bodyPr lIns="101600" tIns="38100" rIns="76200" bIns="38100" anchor="ctr" anchorCtr="0"/>
          <a:p>
            <a:pPr defTabSz="685800">
              <a:spcBef>
                <a:spcPct val="0"/>
              </a:spcBef>
            </a:pP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ERP單據查詢簽核中審核進度</a:t>
            </a:r>
            <a:endParaRPr lang="zh-TW" altLang="zh-CN">
              <a:solidFill>
                <a:srgbClr val="41B6E7"/>
              </a:solidFill>
              <a:latin typeface="Arial" panose="020B0604020202020204" pitchFamily="34" charset="0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graphicFrame>
        <p:nvGraphicFramePr>
          <p:cNvPr id="116738" name="物件 3"/>
          <p:cNvGraphicFramePr/>
          <p:nvPr/>
        </p:nvGraphicFramePr>
        <p:xfrm>
          <a:off x="404813" y="1304925"/>
          <a:ext cx="6546850" cy="378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8807450" imgH="6045200" progId="Paint.Picture">
                  <p:embed/>
                </p:oleObj>
              </mc:Choice>
              <mc:Fallback>
                <p:oleObj name="" r:id="rId1" imgW="8807450" imgH="6045200" progId="Paint.Picture">
                  <p:embed/>
                  <p:pic>
                    <p:nvPicPr>
                      <p:cNvPr id="0" name="圖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4813" y="1304925"/>
                        <a:ext cx="6546850" cy="3783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39" name="矩形 6"/>
          <p:cNvSpPr/>
          <p:nvPr/>
        </p:nvSpPr>
        <p:spPr>
          <a:xfrm>
            <a:off x="4918075" y="1689100"/>
            <a:ext cx="484188" cy="47307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6740" name="矩形 6"/>
          <p:cNvSpPr/>
          <p:nvPr/>
        </p:nvSpPr>
        <p:spPr>
          <a:xfrm>
            <a:off x="4918075" y="2632075"/>
            <a:ext cx="990600" cy="14128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6741" name="矩形 6"/>
          <p:cNvSpPr/>
          <p:nvPr/>
        </p:nvSpPr>
        <p:spPr>
          <a:xfrm>
            <a:off x="3308350" y="3189288"/>
            <a:ext cx="1609725" cy="1873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12" name="群組 11"/>
          <p:cNvGrpSpPr/>
          <p:nvPr/>
        </p:nvGrpSpPr>
        <p:grpSpPr>
          <a:xfrm>
            <a:off x="3514725" y="2994025"/>
            <a:ext cx="5584825" cy="2039938"/>
            <a:chOff x="5523" y="4467"/>
            <a:chExt cx="8793" cy="3212"/>
          </a:xfrm>
        </p:grpSpPr>
        <p:pic>
          <p:nvPicPr>
            <p:cNvPr id="116743" name="圖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23" y="4467"/>
              <a:ext cx="6702" cy="321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16744" name="圖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48" y="4467"/>
              <a:ext cx="3369" cy="3212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1" name="標題 3"/>
          <p:cNvSpPr>
            <a:spLocks noGrp="1"/>
          </p:cNvSpPr>
          <p:nvPr/>
        </p:nvSpPr>
        <p:spPr>
          <a:xfrm>
            <a:off x="404813" y="539750"/>
            <a:ext cx="8369300" cy="539750"/>
          </a:xfrm>
          <a:prstGeom prst="rect">
            <a:avLst/>
          </a:prstGeom>
          <a:noFill/>
          <a:ln w="9525">
            <a:noFill/>
          </a:ln>
        </p:spPr>
        <p:txBody>
          <a:bodyPr lIns="101600" tIns="38100" rIns="76200" bIns="38100" anchor="ctr" anchorCtr="0"/>
          <a:p>
            <a:pPr defTabSz="685800">
              <a:spcBef>
                <a:spcPct val="0"/>
              </a:spcBef>
            </a:pP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ERP拋到EF簽核憑證預設格式</a:t>
            </a:r>
            <a:endParaRPr lang="zh-TW" altLang="zh-CN">
              <a:solidFill>
                <a:srgbClr val="41B6E7"/>
              </a:solidFill>
              <a:latin typeface="Arial" panose="020B0604020202020204" pitchFamily="34" charset="0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pic>
        <p:nvPicPr>
          <p:cNvPr id="117762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75" y="1079500"/>
            <a:ext cx="7021513" cy="4117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7763" name="矩形 6"/>
          <p:cNvSpPr/>
          <p:nvPr/>
        </p:nvSpPr>
        <p:spPr>
          <a:xfrm>
            <a:off x="4268788" y="4344988"/>
            <a:ext cx="1427162" cy="18097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5" name="標題 3"/>
          <p:cNvSpPr>
            <a:spLocks noGrp="1"/>
          </p:cNvSpPr>
          <p:nvPr/>
        </p:nvSpPr>
        <p:spPr>
          <a:xfrm>
            <a:off x="404813" y="539750"/>
            <a:ext cx="8369300" cy="539750"/>
          </a:xfrm>
          <a:prstGeom prst="rect">
            <a:avLst/>
          </a:prstGeom>
          <a:noFill/>
          <a:ln w="9525">
            <a:noFill/>
          </a:ln>
        </p:spPr>
        <p:txBody>
          <a:bodyPr lIns="101600" tIns="38100" rIns="76200" bIns="38100" anchor="ctr" anchorCtr="0"/>
          <a:p>
            <a:pPr defTabSz="685800">
              <a:spcBef>
                <a:spcPct val="0"/>
              </a:spcBef>
            </a:pP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E</a:t>
            </a:r>
            <a:r>
              <a:rPr lang="en-US" altLang="zh-TW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F</a:t>
            </a: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電子簽核畫面(核准)</a:t>
            </a:r>
            <a:endParaRPr lang="zh-TW" altLang="zh-CN">
              <a:solidFill>
                <a:srgbClr val="41B6E7"/>
              </a:solidFill>
              <a:latin typeface="Arial" panose="020B0604020202020204" pitchFamily="34" charset="0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pic>
        <p:nvPicPr>
          <p:cNvPr id="118786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189038"/>
            <a:ext cx="8551862" cy="3870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8787" name="矩形 6"/>
          <p:cNvSpPr/>
          <p:nvPr/>
        </p:nvSpPr>
        <p:spPr>
          <a:xfrm>
            <a:off x="404813" y="1703388"/>
            <a:ext cx="1122362" cy="15875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8788" name="矩形 6"/>
          <p:cNvSpPr/>
          <p:nvPr/>
        </p:nvSpPr>
        <p:spPr>
          <a:xfrm>
            <a:off x="1581150" y="2492375"/>
            <a:ext cx="5795963" cy="45243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9809" name="標題 3"/>
          <p:cNvSpPr>
            <a:spLocks noGrp="1"/>
          </p:cNvSpPr>
          <p:nvPr/>
        </p:nvSpPr>
        <p:spPr>
          <a:xfrm>
            <a:off x="404813" y="539750"/>
            <a:ext cx="8369300" cy="539750"/>
          </a:xfrm>
          <a:prstGeom prst="rect">
            <a:avLst/>
          </a:prstGeom>
          <a:noFill/>
          <a:ln w="9525">
            <a:noFill/>
          </a:ln>
        </p:spPr>
        <p:txBody>
          <a:bodyPr lIns="101600" tIns="38100" rIns="76200" bIns="38100" anchor="ctr" anchorCtr="0"/>
          <a:p>
            <a:pPr defTabSz="685800">
              <a:spcBef>
                <a:spcPct val="0"/>
              </a:spcBef>
            </a:pP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E</a:t>
            </a:r>
            <a:r>
              <a:rPr lang="en-US" altLang="zh-TW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F</a:t>
            </a: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電子簽核簽核</a:t>
            </a:r>
            <a:r>
              <a:rPr lang="zh-TW" altLang="zh-CN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異常</a:t>
            </a:r>
            <a:endParaRPr lang="zh-TW" altLang="zh-CN">
              <a:solidFill>
                <a:srgbClr val="FF0000"/>
              </a:solidFill>
              <a:latin typeface="Arial" panose="020B0604020202020204" pitchFamily="34" charset="0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pic>
        <p:nvPicPr>
          <p:cNvPr id="119810" name="圖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328738"/>
            <a:ext cx="8420100" cy="37925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9811" name="文字方塊 1"/>
          <p:cNvSpPr txBox="1"/>
          <p:nvPr/>
        </p:nvSpPr>
        <p:spPr>
          <a:xfrm>
            <a:off x="322263" y="998538"/>
            <a:ext cx="8789987" cy="3063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zh-TW" sz="14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主管</a:t>
            </a:r>
            <a:r>
              <a:rPr lang="zh-TW" altLang="zh-TW" sz="1400" b="0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開啟</a:t>
            </a:r>
            <a:r>
              <a:rPr lang="zh-TW" altLang="zh-TW" sz="14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後，出現以下錯誤代表此表單在</a:t>
            </a:r>
            <a:r>
              <a:rPr lang="zh-TW" altLang="zh-TW" sz="1400" b="0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EF未設定『簽核權限』</a:t>
            </a:r>
            <a:r>
              <a:rPr lang="zh-TW" altLang="zh-TW" sz="14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。系統管理者設定後，主管重開啟即可正常。</a:t>
            </a:r>
            <a:endParaRPr lang="zh-TW" altLang="zh-TW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3" name="標題 3"/>
          <p:cNvSpPr>
            <a:spLocks noGrp="1"/>
          </p:cNvSpPr>
          <p:nvPr/>
        </p:nvSpPr>
        <p:spPr>
          <a:xfrm>
            <a:off x="404813" y="539750"/>
            <a:ext cx="8369300" cy="539750"/>
          </a:xfrm>
          <a:prstGeom prst="rect">
            <a:avLst/>
          </a:prstGeom>
          <a:noFill/>
          <a:ln w="9525">
            <a:noFill/>
          </a:ln>
        </p:spPr>
        <p:txBody>
          <a:bodyPr lIns="101600" tIns="38100" rIns="76200" bIns="38100" anchor="ctr" anchorCtr="0"/>
          <a:p>
            <a:pPr defTabSz="685800">
              <a:spcBef>
                <a:spcPct val="0"/>
              </a:spcBef>
            </a:pP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E</a:t>
            </a:r>
            <a:r>
              <a:rPr lang="en-US" altLang="zh-TW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F</a:t>
            </a: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電子簽核畫面(核准)</a:t>
            </a:r>
            <a:endParaRPr lang="zh-TW" altLang="zh-CN">
              <a:solidFill>
                <a:srgbClr val="41B6E7"/>
              </a:solidFill>
              <a:latin typeface="Arial" panose="020B0604020202020204" pitchFamily="34" charset="0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pic>
        <p:nvPicPr>
          <p:cNvPr id="120834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079500"/>
            <a:ext cx="8629650" cy="38893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" name="群組 9"/>
          <p:cNvGrpSpPr/>
          <p:nvPr/>
        </p:nvGrpSpPr>
        <p:grpSpPr>
          <a:xfrm>
            <a:off x="1562100" y="1619250"/>
            <a:ext cx="3313113" cy="752475"/>
            <a:chOff x="2460" y="2550"/>
            <a:chExt cx="5217" cy="1184"/>
          </a:xfrm>
        </p:grpSpPr>
        <p:sp>
          <p:nvSpPr>
            <p:cNvPr id="120836" name="矩形 6"/>
            <p:cNvSpPr/>
            <p:nvPr/>
          </p:nvSpPr>
          <p:spPr>
            <a:xfrm>
              <a:off x="2549" y="3332"/>
              <a:ext cx="5129" cy="402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</a:pPr>
              <a:endParaRPr lang="zh-TW" altLang="en-US">
                <a:latin typeface="Calibri" panose="020F050202020403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120837" name="矩形 6"/>
            <p:cNvSpPr/>
            <p:nvPr/>
          </p:nvSpPr>
          <p:spPr>
            <a:xfrm>
              <a:off x="2460" y="2550"/>
              <a:ext cx="358" cy="402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</a:pPr>
              <a:endParaRPr lang="zh-TW" altLang="en-US">
                <a:latin typeface="Calibri" panose="020F0502020204030204" pitchFamily="34" charset="0"/>
                <a:ea typeface="新細明體" panose="02020500000000000000" pitchFamily="18" charset="-120"/>
              </a:endParaRPr>
            </a:p>
          </p:txBody>
        </p:sp>
      </p:grpSp>
      <p:grpSp>
        <p:nvGrpSpPr>
          <p:cNvPr id="9" name="群組 8"/>
          <p:cNvGrpSpPr/>
          <p:nvPr/>
        </p:nvGrpSpPr>
        <p:grpSpPr>
          <a:xfrm>
            <a:off x="2914650" y="1862138"/>
            <a:ext cx="5453063" cy="2562225"/>
            <a:chOff x="4590" y="2932"/>
            <a:chExt cx="8588" cy="4036"/>
          </a:xfrm>
        </p:grpSpPr>
        <p:sp>
          <p:nvSpPr>
            <p:cNvPr id="120839" name="矩形 6"/>
            <p:cNvSpPr/>
            <p:nvPr/>
          </p:nvSpPr>
          <p:spPr>
            <a:xfrm>
              <a:off x="4590" y="4819"/>
              <a:ext cx="612" cy="263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</a:pPr>
              <a:endParaRPr lang="zh-TW" altLang="en-US">
                <a:latin typeface="Calibri" panose="020F0502020204030204" pitchFamily="34" charset="0"/>
                <a:ea typeface="新細明體" panose="02020500000000000000" pitchFamily="18" charset="-120"/>
              </a:endParaRPr>
            </a:p>
          </p:txBody>
        </p:sp>
        <p:pic>
          <p:nvPicPr>
            <p:cNvPr id="120840" name="圖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40" y="2932"/>
              <a:ext cx="7439" cy="4036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15" name="肘形接點 14"/>
            <p:cNvCxnSpPr>
              <a:stCxn id="120839" idx="3"/>
              <a:endCxn id="120840" idx="1"/>
            </p:cNvCxnSpPr>
            <p:nvPr/>
          </p:nvCxnSpPr>
          <p:spPr>
            <a:xfrm flipV="1">
              <a:off x="5202" y="4950"/>
              <a:ext cx="538" cy="1"/>
            </a:xfrm>
            <a:prstGeom prst="bentConnector3">
              <a:avLst>
                <a:gd name="adj1" fmla="val 50000"/>
              </a:avLst>
            </a:prstGeom>
            <a:ln w="22225">
              <a:solidFill>
                <a:srgbClr val="FF0000"/>
              </a:solidFill>
              <a:tailEnd type="arrow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857" name="標題 3"/>
          <p:cNvSpPr>
            <a:spLocks noGrp="1"/>
          </p:cNvSpPr>
          <p:nvPr/>
        </p:nvSpPr>
        <p:spPr>
          <a:xfrm>
            <a:off x="404813" y="539750"/>
            <a:ext cx="8369300" cy="539750"/>
          </a:xfrm>
          <a:prstGeom prst="rect">
            <a:avLst/>
          </a:prstGeom>
          <a:noFill/>
          <a:ln w="9525">
            <a:noFill/>
          </a:ln>
        </p:spPr>
        <p:txBody>
          <a:bodyPr lIns="101600" tIns="38100" rIns="76200" bIns="38100" anchor="ctr" anchorCtr="0"/>
          <a:p>
            <a:pPr defTabSz="685800">
              <a:spcBef>
                <a:spcPct val="0"/>
              </a:spcBef>
            </a:pP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E</a:t>
            </a:r>
            <a:r>
              <a:rPr lang="en-US" altLang="zh-TW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F</a:t>
            </a: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電子簽核簽核</a:t>
            </a:r>
            <a:r>
              <a:rPr lang="zh-TW" altLang="zh-CN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異常</a:t>
            </a:r>
            <a:endParaRPr lang="zh-TW" altLang="zh-CN">
              <a:solidFill>
                <a:srgbClr val="FF0000"/>
              </a:solidFill>
              <a:latin typeface="Arial" panose="020B0604020202020204" pitchFamily="34" charset="0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21858" name="文字方塊 1"/>
          <p:cNvSpPr txBox="1"/>
          <p:nvPr/>
        </p:nvSpPr>
        <p:spPr>
          <a:xfrm>
            <a:off x="322263" y="998538"/>
            <a:ext cx="8789987" cy="3063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zh-TW" sz="14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主管</a:t>
            </a:r>
            <a:r>
              <a:rPr lang="zh-TW" altLang="zh-TW" sz="1400" b="0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審核</a:t>
            </a:r>
            <a:r>
              <a:rPr lang="zh-TW" altLang="zh-TW" sz="14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後，出現以下錯誤代表此表單在</a:t>
            </a:r>
            <a:r>
              <a:rPr lang="zh-TW" altLang="zh-TW" sz="1400" b="0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E</a:t>
            </a:r>
            <a:r>
              <a:rPr lang="en-US" altLang="zh-TW" sz="1400" b="0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RP</a:t>
            </a:r>
            <a:r>
              <a:rPr lang="zh-TW" altLang="zh-TW" sz="1400" b="0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未設定『確認權限』</a:t>
            </a:r>
            <a:r>
              <a:rPr lang="zh-TW" altLang="zh-TW" sz="14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。系統管理者設定後，主管重開啟即可正常。</a:t>
            </a:r>
            <a:endParaRPr lang="zh-TW" altLang="zh-TW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121859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373188"/>
            <a:ext cx="8135937" cy="36655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1" name="標題 3"/>
          <p:cNvSpPr>
            <a:spLocks noGrp="1"/>
          </p:cNvSpPr>
          <p:nvPr/>
        </p:nvSpPr>
        <p:spPr>
          <a:xfrm>
            <a:off x="404813" y="539750"/>
            <a:ext cx="8369300" cy="539750"/>
          </a:xfrm>
          <a:prstGeom prst="rect">
            <a:avLst/>
          </a:prstGeom>
          <a:noFill/>
          <a:ln w="9525">
            <a:noFill/>
          </a:ln>
        </p:spPr>
        <p:txBody>
          <a:bodyPr lIns="101600" tIns="38100" rIns="76200" bIns="38100" anchor="ctr" anchorCtr="0"/>
          <a:p>
            <a:pPr defTabSz="685800">
              <a:spcBef>
                <a:spcPct val="0"/>
              </a:spcBef>
            </a:pP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</a:rPr>
              <a:t>EF簽核流程皆完成回饋ERP狀態碼</a:t>
            </a: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(</a:t>
            </a:r>
            <a:r>
              <a:rPr lang="en-US" altLang="zh-TW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3.</a:t>
            </a: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已核准)</a:t>
            </a:r>
            <a:endParaRPr lang="zh-TW" altLang="zh-CN">
              <a:solidFill>
                <a:srgbClr val="41B6E7"/>
              </a:solidFill>
              <a:latin typeface="Arial" panose="020B0604020202020204" pitchFamily="34" charset="0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pic>
        <p:nvPicPr>
          <p:cNvPr id="122882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079500"/>
            <a:ext cx="6443662" cy="4059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883" name="矩形 6"/>
          <p:cNvSpPr/>
          <p:nvPr/>
        </p:nvSpPr>
        <p:spPr>
          <a:xfrm>
            <a:off x="2914650" y="3070225"/>
            <a:ext cx="1878013" cy="2159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22884" name="矩形 6"/>
          <p:cNvSpPr/>
          <p:nvPr/>
        </p:nvSpPr>
        <p:spPr>
          <a:xfrm>
            <a:off x="5380038" y="2413000"/>
            <a:ext cx="395287" cy="2635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3905" name="標題 3"/>
          <p:cNvSpPr>
            <a:spLocks noGrp="1"/>
          </p:cNvSpPr>
          <p:nvPr/>
        </p:nvSpPr>
        <p:spPr>
          <a:xfrm>
            <a:off x="404813" y="539750"/>
            <a:ext cx="8369300" cy="539750"/>
          </a:xfrm>
          <a:prstGeom prst="rect">
            <a:avLst/>
          </a:prstGeom>
          <a:noFill/>
          <a:ln w="9525">
            <a:noFill/>
          </a:ln>
        </p:spPr>
        <p:txBody>
          <a:bodyPr lIns="101600" tIns="38100" rIns="76200" bIns="38100" anchor="ctr" anchorCtr="0"/>
          <a:p>
            <a:pPr defTabSz="685800">
              <a:spcBef>
                <a:spcPct val="0"/>
              </a:spcBef>
            </a:pP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E</a:t>
            </a:r>
            <a:r>
              <a:rPr lang="en-US" altLang="zh-TW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F</a:t>
            </a: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電子簽核畫面(退件)</a:t>
            </a:r>
            <a:endParaRPr lang="zh-TW" altLang="zh-CN">
              <a:solidFill>
                <a:srgbClr val="41B6E7"/>
              </a:solidFill>
              <a:latin typeface="Arial" panose="020B0604020202020204" pitchFamily="34" charset="0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pic>
        <p:nvPicPr>
          <p:cNvPr id="123906" name="圖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79500"/>
            <a:ext cx="8610600" cy="387508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8" name="群組 17"/>
          <p:cNvGrpSpPr/>
          <p:nvPr/>
        </p:nvGrpSpPr>
        <p:grpSpPr>
          <a:xfrm>
            <a:off x="1833563" y="1690688"/>
            <a:ext cx="3605212" cy="854075"/>
            <a:chOff x="2587" y="2550"/>
            <a:chExt cx="5678" cy="1345"/>
          </a:xfrm>
        </p:grpSpPr>
        <p:sp>
          <p:nvSpPr>
            <p:cNvPr id="123908" name="矩形 6"/>
            <p:cNvSpPr/>
            <p:nvPr/>
          </p:nvSpPr>
          <p:spPr>
            <a:xfrm>
              <a:off x="2587" y="3394"/>
              <a:ext cx="5678" cy="501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</a:pPr>
              <a:endParaRPr lang="zh-TW" altLang="en-US">
                <a:latin typeface="Calibri" panose="020F050202020403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123909" name="矩形 6"/>
            <p:cNvSpPr/>
            <p:nvPr/>
          </p:nvSpPr>
          <p:spPr>
            <a:xfrm>
              <a:off x="2799" y="2550"/>
              <a:ext cx="358" cy="402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</a:pPr>
              <a:endParaRPr lang="zh-TW" altLang="en-US">
                <a:latin typeface="Calibri" panose="020F0502020204030204" pitchFamily="34" charset="0"/>
                <a:ea typeface="新細明體" panose="02020500000000000000" pitchFamily="18" charset="-12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3321050" y="1990725"/>
            <a:ext cx="5937250" cy="2844800"/>
            <a:chOff x="5229" y="3134"/>
            <a:chExt cx="9352" cy="4482"/>
          </a:xfrm>
        </p:grpSpPr>
        <p:grpSp>
          <p:nvGrpSpPr>
            <p:cNvPr id="123911" name="群組 10"/>
            <p:cNvGrpSpPr/>
            <p:nvPr/>
          </p:nvGrpSpPr>
          <p:grpSpPr>
            <a:xfrm>
              <a:off x="5229" y="5244"/>
              <a:ext cx="1150" cy="263"/>
              <a:chOff x="4590" y="4819"/>
              <a:chExt cx="1150" cy="263"/>
            </a:xfrm>
          </p:grpSpPr>
          <p:sp>
            <p:nvSpPr>
              <p:cNvPr id="123912" name="矩形 6"/>
              <p:cNvSpPr/>
              <p:nvPr/>
            </p:nvSpPr>
            <p:spPr>
              <a:xfrm>
                <a:off x="4590" y="4819"/>
                <a:ext cx="612" cy="263"/>
              </a:xfrm>
              <a:prstGeom prst="rect">
                <a:avLst/>
              </a:pr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0"/>
                  </a:spcBef>
                  <a:buClrTx/>
                  <a:buFontTx/>
                </a:pPr>
                <a:endParaRPr lang="zh-TW" altLang="en-US">
                  <a:latin typeface="Calibri" panose="020F0502020204030204" pitchFamily="34" charset="0"/>
                  <a:ea typeface="新細明體" panose="02020500000000000000" pitchFamily="18" charset="-120"/>
                </a:endParaRPr>
              </a:p>
            </p:txBody>
          </p:sp>
          <p:cxnSp>
            <p:nvCxnSpPr>
              <p:cNvPr id="14" name="肘形接點 13"/>
              <p:cNvCxnSpPr>
                <a:stCxn id="123912" idx="3"/>
                <a:endCxn id="13" idx="1"/>
              </p:cNvCxnSpPr>
              <p:nvPr/>
            </p:nvCxnSpPr>
            <p:spPr>
              <a:xfrm flipV="1">
                <a:off x="5202" y="4950"/>
                <a:ext cx="538" cy="1"/>
              </a:xfrm>
              <a:prstGeom prst="bentConnector3">
                <a:avLst>
                  <a:gd name="adj1" fmla="val 50000"/>
                </a:avLst>
              </a:prstGeom>
              <a:ln w="22225">
                <a:solidFill>
                  <a:srgbClr val="FF0000"/>
                </a:solidFill>
                <a:tailEnd type="arrow" w="med" len="med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pic>
          <p:nvPicPr>
            <p:cNvPr id="123914" name="圖片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79" y="3134"/>
              <a:ext cx="8202" cy="4482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1" name="圖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563" y="2676525"/>
            <a:ext cx="4406900" cy="2159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" name="矩形 6"/>
          <p:cNvSpPr/>
          <p:nvPr/>
        </p:nvSpPr>
        <p:spPr>
          <a:xfrm>
            <a:off x="1968500" y="3497263"/>
            <a:ext cx="3962400" cy="43021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4929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079500"/>
            <a:ext cx="6215062" cy="3917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4930" name="標題 3"/>
          <p:cNvSpPr>
            <a:spLocks noGrp="1"/>
          </p:cNvSpPr>
          <p:nvPr/>
        </p:nvSpPr>
        <p:spPr>
          <a:xfrm>
            <a:off x="404813" y="539750"/>
            <a:ext cx="8369300" cy="539750"/>
          </a:xfrm>
          <a:prstGeom prst="rect">
            <a:avLst/>
          </a:prstGeom>
          <a:noFill/>
          <a:ln w="9525">
            <a:noFill/>
          </a:ln>
        </p:spPr>
        <p:txBody>
          <a:bodyPr lIns="101600" tIns="38100" rIns="76200" bIns="38100" anchor="ctr" anchorCtr="0"/>
          <a:p>
            <a:pPr defTabSz="685800">
              <a:spcBef>
                <a:spcPct val="0"/>
              </a:spcBef>
            </a:pP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EF簽核流程皆完成回饋ERP狀態碼(</a:t>
            </a:r>
            <a:r>
              <a:rPr lang="en-US" altLang="zh-TW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2.</a:t>
            </a: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退件)</a:t>
            </a:r>
            <a:endParaRPr lang="zh-TW" altLang="zh-CN">
              <a:solidFill>
                <a:srgbClr val="41B6E7"/>
              </a:solidFill>
              <a:latin typeface="Arial" panose="020B0604020202020204" pitchFamily="34" charset="0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24931" name="矩形 6"/>
          <p:cNvSpPr/>
          <p:nvPr/>
        </p:nvSpPr>
        <p:spPr>
          <a:xfrm>
            <a:off x="2914650" y="3013075"/>
            <a:ext cx="1550988" cy="2159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24932" name="矩形 6"/>
          <p:cNvSpPr/>
          <p:nvPr/>
        </p:nvSpPr>
        <p:spPr>
          <a:xfrm>
            <a:off x="908050" y="1479550"/>
            <a:ext cx="393700" cy="2635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953" name="標題 3"/>
          <p:cNvSpPr>
            <a:spLocks noGrp="1"/>
          </p:cNvSpPr>
          <p:nvPr/>
        </p:nvSpPr>
        <p:spPr>
          <a:xfrm>
            <a:off x="404813" y="539750"/>
            <a:ext cx="8369300" cy="539750"/>
          </a:xfrm>
          <a:prstGeom prst="rect">
            <a:avLst/>
          </a:prstGeom>
          <a:noFill/>
          <a:ln w="9525">
            <a:noFill/>
          </a:ln>
        </p:spPr>
        <p:txBody>
          <a:bodyPr lIns="101600" tIns="38100" rIns="76200" bIns="38100" anchor="ctr" anchorCtr="0"/>
          <a:p>
            <a:pPr defTabSz="685800">
              <a:spcBef>
                <a:spcPct val="0"/>
              </a:spcBef>
            </a:pP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ERP修改後再次送簽</a:t>
            </a:r>
            <a:endParaRPr lang="zh-TW" altLang="zh-CN">
              <a:solidFill>
                <a:srgbClr val="41B6E7"/>
              </a:solidFill>
              <a:latin typeface="Arial" panose="020B0604020202020204" pitchFamily="34" charset="0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pic>
        <p:nvPicPr>
          <p:cNvPr id="125954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263" y="1304925"/>
            <a:ext cx="8920162" cy="3990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5955" name="文字方塊 1"/>
          <p:cNvSpPr txBox="1"/>
          <p:nvPr/>
        </p:nvSpPr>
        <p:spPr>
          <a:xfrm>
            <a:off x="322263" y="998538"/>
            <a:ext cx="8789987" cy="3063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TW" sz="14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EF</a:t>
            </a:r>
            <a:r>
              <a:rPr lang="zh-TW" altLang="zh-TW" sz="14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主管審核時，可串查之前退件的表單，確認退件的狀況。</a:t>
            </a:r>
            <a:endParaRPr lang="zh-TW" altLang="zh-TW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16" name="群組 15"/>
          <p:cNvGrpSpPr/>
          <p:nvPr/>
        </p:nvGrpSpPr>
        <p:grpSpPr>
          <a:xfrm>
            <a:off x="3722688" y="1857375"/>
            <a:ext cx="4518025" cy="3294063"/>
            <a:chOff x="5862" y="2925"/>
            <a:chExt cx="7116" cy="5188"/>
          </a:xfrm>
        </p:grpSpPr>
        <p:pic>
          <p:nvPicPr>
            <p:cNvPr id="125957" name="圖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40" y="2925"/>
              <a:ext cx="6438" cy="5189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15" name="肘形接點 14"/>
            <p:cNvCxnSpPr>
              <a:stCxn id="125959" idx="2"/>
              <a:endCxn id="125957" idx="1"/>
            </p:cNvCxnSpPr>
            <p:nvPr/>
          </p:nvCxnSpPr>
          <p:spPr>
            <a:xfrm rot="5400000" flipV="1">
              <a:off x="5230" y="4210"/>
              <a:ext cx="2099" cy="517"/>
            </a:xfrm>
            <a:prstGeom prst="bentConnector2">
              <a:avLst/>
            </a:prstGeom>
            <a:ln w="22225">
              <a:solidFill>
                <a:srgbClr val="FF0000"/>
              </a:solidFill>
              <a:tailEnd type="arrow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25959" name="矩形 6"/>
            <p:cNvSpPr/>
            <p:nvPr/>
          </p:nvSpPr>
          <p:spPr>
            <a:xfrm>
              <a:off x="5862" y="3081"/>
              <a:ext cx="321" cy="34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0"/>
                </a:spcBef>
                <a:buClrTx/>
                <a:buFontTx/>
              </a:pPr>
              <a:endParaRPr lang="zh-TW" altLang="en-US">
                <a:latin typeface="Calibri" panose="020F0502020204030204" pitchFamily="34" charset="0"/>
                <a:ea typeface="新細明體" panose="02020500000000000000" pitchFamily="18" charset="-12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977" name="標題 3"/>
          <p:cNvSpPr>
            <a:spLocks noGrp="1"/>
          </p:cNvSpPr>
          <p:nvPr/>
        </p:nvSpPr>
        <p:spPr>
          <a:xfrm>
            <a:off x="404813" y="539750"/>
            <a:ext cx="8369300" cy="539750"/>
          </a:xfrm>
          <a:prstGeom prst="rect">
            <a:avLst/>
          </a:prstGeom>
          <a:noFill/>
          <a:ln w="9525">
            <a:noFill/>
          </a:ln>
        </p:spPr>
        <p:txBody>
          <a:bodyPr lIns="101600" tIns="38100" rIns="76200" bIns="38100" anchor="ctr" anchorCtr="0"/>
          <a:p>
            <a:pPr defTabSz="685800">
              <a:spcBef>
                <a:spcPct val="0"/>
              </a:spcBef>
            </a:pP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ERP送簽後填表人發現資料錯誤(抽單)</a:t>
            </a:r>
            <a:endParaRPr lang="zh-TW" altLang="zh-CN">
              <a:solidFill>
                <a:srgbClr val="41B6E7"/>
              </a:solidFill>
              <a:latin typeface="Arial" panose="020B0604020202020204" pitchFamily="34" charset="0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pic>
        <p:nvPicPr>
          <p:cNvPr id="126978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079500"/>
            <a:ext cx="8428037" cy="3779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6979" name="矩形 6"/>
          <p:cNvSpPr/>
          <p:nvPr/>
        </p:nvSpPr>
        <p:spPr>
          <a:xfrm>
            <a:off x="404813" y="1782763"/>
            <a:ext cx="1052512" cy="14605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26980" name="矩形 6"/>
          <p:cNvSpPr/>
          <p:nvPr/>
        </p:nvSpPr>
        <p:spPr>
          <a:xfrm>
            <a:off x="1524000" y="2425700"/>
            <a:ext cx="5349875" cy="18573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001" name="標題 3"/>
          <p:cNvSpPr>
            <a:spLocks noGrp="1"/>
          </p:cNvSpPr>
          <p:nvPr/>
        </p:nvSpPr>
        <p:spPr>
          <a:xfrm>
            <a:off x="404813" y="539750"/>
            <a:ext cx="8369300" cy="539750"/>
          </a:xfrm>
          <a:prstGeom prst="rect">
            <a:avLst/>
          </a:prstGeom>
          <a:noFill/>
          <a:ln w="9525">
            <a:noFill/>
          </a:ln>
        </p:spPr>
        <p:txBody>
          <a:bodyPr lIns="101600" tIns="38100" rIns="76200" bIns="38100" anchor="ctr" anchorCtr="0"/>
          <a:p>
            <a:pPr defTabSz="685800">
              <a:spcBef>
                <a:spcPct val="0"/>
              </a:spcBef>
            </a:pP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ERP送簽後填表人發現資料錯誤(抽單)</a:t>
            </a:r>
            <a:endParaRPr lang="zh-TW" altLang="zh-CN">
              <a:solidFill>
                <a:srgbClr val="41B6E7"/>
              </a:solidFill>
              <a:latin typeface="Arial" panose="020B0604020202020204" pitchFamily="34" charset="0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pic>
        <p:nvPicPr>
          <p:cNvPr id="128002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079500"/>
            <a:ext cx="8418512" cy="3806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8003" name="矩形 6"/>
          <p:cNvSpPr/>
          <p:nvPr/>
        </p:nvSpPr>
        <p:spPr>
          <a:xfrm>
            <a:off x="2252663" y="1597025"/>
            <a:ext cx="203200" cy="18573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5" name="標題 3"/>
          <p:cNvSpPr>
            <a:spLocks noGrp="1"/>
          </p:cNvSpPr>
          <p:nvPr/>
        </p:nvSpPr>
        <p:spPr>
          <a:xfrm>
            <a:off x="404813" y="539750"/>
            <a:ext cx="8369300" cy="539750"/>
          </a:xfrm>
          <a:prstGeom prst="rect">
            <a:avLst/>
          </a:prstGeom>
          <a:noFill/>
          <a:ln w="9525">
            <a:noFill/>
          </a:ln>
        </p:spPr>
        <p:txBody>
          <a:bodyPr lIns="101600" tIns="38100" rIns="76200" bIns="38100" anchor="ctr" anchorCtr="0"/>
          <a:p>
            <a:pPr defTabSz="685800">
              <a:spcBef>
                <a:spcPct val="0"/>
              </a:spcBef>
            </a:pP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ERP送簽後填表人發現資料錯誤(抽單)</a:t>
            </a:r>
            <a:endParaRPr lang="zh-TW" altLang="zh-CN">
              <a:solidFill>
                <a:srgbClr val="41B6E7"/>
              </a:solidFill>
              <a:latin typeface="Arial" panose="020B0604020202020204" pitchFamily="34" charset="0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pic>
        <p:nvPicPr>
          <p:cNvPr id="129026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613" y="1079500"/>
            <a:ext cx="8469312" cy="381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9027" name="矩形 6"/>
          <p:cNvSpPr/>
          <p:nvPr/>
        </p:nvSpPr>
        <p:spPr>
          <a:xfrm>
            <a:off x="3541713" y="1524000"/>
            <a:ext cx="3897312" cy="137318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0049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079500"/>
            <a:ext cx="6365875" cy="4033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0050" name="標題 3"/>
          <p:cNvSpPr>
            <a:spLocks noGrp="1"/>
          </p:cNvSpPr>
          <p:nvPr/>
        </p:nvSpPr>
        <p:spPr>
          <a:xfrm>
            <a:off x="404813" y="539750"/>
            <a:ext cx="8369300" cy="539750"/>
          </a:xfrm>
          <a:prstGeom prst="rect">
            <a:avLst/>
          </a:prstGeom>
          <a:noFill/>
          <a:ln w="9525">
            <a:noFill/>
          </a:ln>
        </p:spPr>
        <p:txBody>
          <a:bodyPr lIns="101600" tIns="38100" rIns="76200" bIns="38100" anchor="ctr" anchorCtr="0"/>
          <a:p>
            <a:pPr defTabSz="685800">
              <a:spcBef>
                <a:spcPct val="0"/>
              </a:spcBef>
            </a:pP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EF簽核流程皆完成回饋ERP狀態碼(</a:t>
            </a:r>
            <a:r>
              <a:rPr lang="en-US" altLang="zh-TW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2.</a:t>
            </a: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退件)</a:t>
            </a:r>
            <a:endParaRPr lang="zh-TW" altLang="zh-CN">
              <a:solidFill>
                <a:srgbClr val="41B6E7"/>
              </a:solidFill>
              <a:latin typeface="Arial" panose="020B0604020202020204" pitchFamily="34" charset="0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30051" name="矩形 6"/>
          <p:cNvSpPr/>
          <p:nvPr/>
        </p:nvSpPr>
        <p:spPr>
          <a:xfrm>
            <a:off x="2994025" y="3078163"/>
            <a:ext cx="1550988" cy="2159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3" name="標題 3"/>
          <p:cNvSpPr>
            <a:spLocks noGrp="1"/>
          </p:cNvSpPr>
          <p:nvPr/>
        </p:nvSpPr>
        <p:spPr>
          <a:xfrm>
            <a:off x="404813" y="539750"/>
            <a:ext cx="8369300" cy="539750"/>
          </a:xfrm>
          <a:prstGeom prst="rect">
            <a:avLst/>
          </a:prstGeom>
          <a:noFill/>
          <a:ln w="9525">
            <a:noFill/>
          </a:ln>
        </p:spPr>
        <p:txBody>
          <a:bodyPr lIns="101600" tIns="38100" rIns="76200" bIns="38100" anchor="ctr" anchorCtr="0"/>
          <a:p>
            <a:pPr defTabSz="685800">
              <a:spcBef>
                <a:spcPct val="0"/>
              </a:spcBef>
            </a:pP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E</a:t>
            </a:r>
            <a:r>
              <a:rPr lang="en-US" altLang="zh-TW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RP</a:t>
            </a: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簽核狀態碼</a:t>
            </a:r>
            <a:endParaRPr lang="zh-TW" altLang="zh-CN">
              <a:solidFill>
                <a:srgbClr val="41B6E7"/>
              </a:solidFill>
              <a:latin typeface="Arial" panose="020B0604020202020204" pitchFamily="34" charset="0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graphicFrame>
        <p:nvGraphicFramePr>
          <p:cNvPr id="3" name="表格 4"/>
          <p:cNvGraphicFramePr>
            <a:graphicFrameLocks noGrp="1"/>
          </p:cNvGraphicFramePr>
          <p:nvPr/>
        </p:nvGraphicFramePr>
        <p:xfrm>
          <a:off x="404813" y="1174750"/>
          <a:ext cx="6601460" cy="2391410"/>
        </p:xfrm>
        <a:graphic>
          <a:graphicData uri="http://schemas.openxmlformats.org/drawingml/2006/table">
            <a:tbl>
              <a:tblPr/>
              <a:tblGrid>
                <a:gridCol w="1653540"/>
                <a:gridCol w="4947920"/>
              </a:tblGrid>
              <a:tr h="384810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500" b="1" kern="100" dirty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Times New Roman" panose="02020603050405020304"/>
                        </a:rPr>
                        <a:t>簽核狀態碼</a:t>
                      </a:r>
                      <a:endParaRPr lang="zh-TW" sz="1500" b="1" kern="100" dirty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Times New Roman" panose="02020603050405020304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500" b="1" kern="100" dirty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Times New Roman" panose="02020603050405020304"/>
                        </a:rPr>
                        <a:t>說明</a:t>
                      </a:r>
                      <a:endParaRPr lang="zh-TW" sz="1500" b="1" kern="100" dirty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Times New Roman" panose="02020603050405020304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03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1500" b="0" kern="100" dirty="0">
                          <a:solidFill>
                            <a:srgbClr val="C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Times New Roman" panose="02020603050405020304"/>
                        </a:rPr>
                        <a:t>簽核中</a:t>
                      </a:r>
                      <a:endParaRPr lang="zh-TW" sz="1500" b="0" kern="100" dirty="0">
                        <a:solidFill>
                          <a:srgbClr val="C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Times New Roman" panose="02020603050405020304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kumimoji="1" lang="zh-TW" altLang="en-US" sz="1500" kern="0" noProof="0" dirty="0">
                          <a:ln>
                            <a:noFill/>
                          </a:ln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+mn-ea"/>
                        </a:rPr>
                        <a:t>表示單據簽核流程尚未簽核到最後一關。</a:t>
                      </a:r>
                      <a:endParaRPr lang="zh-TW" sz="1500" b="0" kern="100">
                        <a:solidFill>
                          <a:srgbClr val="00206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Times New Roman" panose="02020603050405020304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075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1500" b="0" kern="100" dirty="0">
                          <a:solidFill>
                            <a:srgbClr val="C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Times New Roman" panose="02020603050405020304"/>
                        </a:rPr>
                        <a:t>已核準</a:t>
                      </a:r>
                      <a:endParaRPr lang="zh-TW" sz="1500" b="0" kern="100" dirty="0">
                        <a:solidFill>
                          <a:srgbClr val="C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Times New Roman" panose="02020603050405020304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kumimoji="1" lang="zh-TW" altLang="en-US" sz="1500" kern="0" noProof="0" dirty="0">
                          <a:ln>
                            <a:noFill/>
                          </a:ln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+mn-ea"/>
                        </a:rPr>
                        <a:t>表示EF流程已經</a:t>
                      </a:r>
                      <a:r>
                        <a:rPr kumimoji="1" lang="zh-TW" altLang="en-US" sz="1500" kern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+mn-ea"/>
                        </a:rPr>
                        <a:t>簽核完畢</a:t>
                      </a:r>
                      <a:r>
                        <a:rPr kumimoji="1" lang="zh-TW" altLang="en-US" sz="1500" kern="0" noProof="0" dirty="0">
                          <a:ln>
                            <a:noFill/>
                          </a:ln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+mn-ea"/>
                        </a:rPr>
                        <a:t>，並每一關皆簽核同意。</a:t>
                      </a:r>
                      <a:endParaRPr lang="zh-TW" sz="1500" b="0" kern="100" dirty="0">
                        <a:solidFill>
                          <a:srgbClr val="00206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235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1500" b="0" kern="100" dirty="0">
                          <a:solidFill>
                            <a:srgbClr val="C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Times New Roman" panose="02020603050405020304"/>
                        </a:rPr>
                        <a:t>退件</a:t>
                      </a:r>
                      <a:endParaRPr lang="zh-TW" sz="1500" b="0" kern="100" dirty="0">
                        <a:solidFill>
                          <a:srgbClr val="C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Times New Roman" panose="02020603050405020304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kumimoji="1" lang="zh-TW" altLang="en-US" sz="1500" kern="0" noProof="0" dirty="0">
                          <a:ln>
                            <a:noFill/>
                          </a:ln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+mn-ea"/>
                        </a:rPr>
                        <a:t>表示被某一關</a:t>
                      </a:r>
                      <a:r>
                        <a:rPr kumimoji="1" lang="zh-TW" altLang="en-US" sz="1500" kern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+mn-ea"/>
                        </a:rPr>
                        <a:t>主管退回</a:t>
                      </a:r>
                      <a:r>
                        <a:rPr kumimoji="1" lang="zh-TW" altLang="en-US" sz="1500" kern="0" noProof="0" dirty="0">
                          <a:ln>
                            <a:noFill/>
                          </a:ln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+mn-ea"/>
                        </a:rPr>
                        <a:t>，可再修改單據資料重新送簽。</a:t>
                      </a:r>
                      <a:endParaRPr lang="zh-TW" sz="1500" b="0" kern="100" dirty="0">
                        <a:solidFill>
                          <a:srgbClr val="00206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1500" b="0" kern="100" dirty="0">
                          <a:solidFill>
                            <a:srgbClr val="C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Times New Roman" panose="02020603050405020304"/>
                        </a:rPr>
                        <a:t>待處理</a:t>
                      </a:r>
                      <a:endParaRPr lang="zh-TW" sz="1500" b="0" kern="100" dirty="0">
                        <a:solidFill>
                          <a:srgbClr val="C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Times New Roman" panose="02020603050405020304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charset="0"/>
                        <a:buNone/>
                        <a:defRPr/>
                      </a:pPr>
                      <a:r>
                        <a:rPr kumimoji="1" lang="zh-TW" altLang="en-US" sz="1500" kern="0" noProof="0" dirty="0">
                          <a:ln>
                            <a:noFill/>
                          </a:ln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+mn-ea"/>
                        </a:rPr>
                        <a:t>表示自行到</a:t>
                      </a:r>
                      <a:r>
                        <a:rPr kumimoji="1" lang="en-US" altLang="zh-TW" sz="1500" kern="0" noProof="0" dirty="0">
                          <a:ln>
                            <a:noFill/>
                          </a:ln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+mn-ea"/>
                        </a:rPr>
                        <a:t>EF</a:t>
                      </a:r>
                      <a:r>
                        <a:rPr kumimoji="1" lang="zh-TW" altLang="en-US" sz="1500" kern="0" noProof="0" dirty="0">
                          <a:ln>
                            <a:noFill/>
                          </a:ln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+mn-ea"/>
                        </a:rPr>
                        <a:t>執行</a:t>
                      </a:r>
                      <a:r>
                        <a:rPr kumimoji="1" lang="zh-TW" altLang="en-US" sz="1500" kern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+mn-ea"/>
                        </a:rPr>
                        <a:t>抽單</a:t>
                      </a:r>
                      <a:r>
                        <a:rPr kumimoji="1" lang="zh-TW" altLang="en-US" sz="1500" kern="0" noProof="0" dirty="0">
                          <a:ln>
                            <a:noFill/>
                          </a:ln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+mn-ea"/>
                        </a:rPr>
                        <a:t>功能，可再修改單據資料重新送簽。</a:t>
                      </a:r>
                      <a:endParaRPr kumimoji="1" lang="zh-TW" altLang="en-US" sz="150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accent2">
                            <a:lumMod val="10000"/>
                          </a:schemeClr>
                        </a:solidFill>
                        <a:effectLst/>
                        <a:uLnTx/>
                        <a:uFillTx/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+mn-ea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charset="0"/>
                        <a:buNone/>
                        <a:defRPr/>
                      </a:pPr>
                      <a:r>
                        <a:rPr kumimoji="1" lang="zh-TW" altLang="en-US" sz="1500" kern="0" noProof="0" dirty="0">
                          <a:ln>
                            <a:noFill/>
                          </a:ln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+mn-ea"/>
                        </a:rPr>
                        <a:t>表示系統</a:t>
                      </a:r>
                      <a:r>
                        <a:rPr kumimoji="1" lang="zh-TW" altLang="en-US" sz="1500" kern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+mn-ea"/>
                        </a:rPr>
                        <a:t>尚未拋轉</a:t>
                      </a:r>
                      <a:r>
                        <a:rPr kumimoji="1" lang="zh-TW" altLang="en-US" sz="1500" kern="0" noProof="0" dirty="0">
                          <a:ln>
                            <a:noFill/>
                          </a:ln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+mn-ea"/>
                        </a:rPr>
                        <a:t>到</a:t>
                      </a:r>
                      <a:r>
                        <a:rPr kumimoji="1" lang="en-US" altLang="zh-TW" sz="1500" kern="0" noProof="0" dirty="0">
                          <a:ln>
                            <a:noFill/>
                          </a:ln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+mn-ea"/>
                        </a:rPr>
                        <a:t>EF</a:t>
                      </a:r>
                      <a:r>
                        <a:rPr kumimoji="1" lang="zh-TW" altLang="en-US" sz="1500" kern="0" noProof="0" dirty="0">
                          <a:ln>
                            <a:noFill/>
                          </a:ln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+mn-ea"/>
                        </a:rPr>
                        <a:t>簽核。</a:t>
                      </a:r>
                      <a:endParaRPr lang="zh-TW" sz="1500" b="0" kern="100" dirty="0">
                        <a:solidFill>
                          <a:srgbClr val="00206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Times New Roman" panose="02020603050405020304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1500" b="0" kern="100" dirty="0">
                          <a:solidFill>
                            <a:srgbClr val="C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Times New Roman" panose="02020603050405020304"/>
                        </a:rPr>
                        <a:t>不執行電子簽核</a:t>
                      </a:r>
                      <a:endParaRPr lang="zh-TW" sz="1500" b="0" kern="100" dirty="0">
                        <a:solidFill>
                          <a:srgbClr val="C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Times New Roman" panose="02020603050405020304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lvl="2" algn="l">
                        <a:spcAft>
                          <a:spcPts val="0"/>
                        </a:spcAft>
                      </a:pPr>
                      <a:r>
                        <a:rPr kumimoji="1" lang="zh-TW" altLang="en-US" sz="1500" kern="0" noProof="0" dirty="0">
                          <a:ln>
                            <a:noFill/>
                          </a:ln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+mn-ea"/>
                        </a:rPr>
                        <a:t>表示</a:t>
                      </a:r>
                      <a:r>
                        <a:rPr kumimoji="1" lang="zh-TW" altLang="en-US" sz="1500" kern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+mn-ea"/>
                        </a:rPr>
                        <a:t>沒有與</a:t>
                      </a:r>
                      <a:r>
                        <a:rPr kumimoji="1" lang="en-US" altLang="zh-TW" sz="1500" kern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+mn-ea"/>
                        </a:rPr>
                        <a:t>EF</a:t>
                      </a:r>
                      <a:r>
                        <a:rPr kumimoji="1" lang="zh-TW" altLang="en-US" sz="1500" kern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+mn-ea"/>
                        </a:rPr>
                        <a:t>整合</a:t>
                      </a:r>
                      <a:r>
                        <a:rPr kumimoji="1" lang="zh-TW" altLang="en-US" sz="1500" kern="0" noProof="0" dirty="0">
                          <a:ln>
                            <a:noFill/>
                          </a:ln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+mn-ea"/>
                        </a:rPr>
                        <a:t>。</a:t>
                      </a:r>
                      <a:endParaRPr lang="zh-TW" sz="1500" b="0" kern="100" dirty="0">
                        <a:solidFill>
                          <a:srgbClr val="00206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1" name="標題 1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defTabSz="685800">
              <a:buNone/>
            </a:pPr>
            <a:r>
              <a:rPr lang="zh-TW" altLang="en-US" kern="1200" normalizeH="0" baseline="0">
                <a:latin typeface="Microsoft YaHei" panose="020B0503020204020204" charset="-122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整合</a:t>
            </a:r>
            <a:r>
              <a:rPr lang="en-US" altLang="zh-TW" kern="1200" normalizeH="0" baseline="0">
                <a:latin typeface="Microsoft YaHei" panose="020B0503020204020204" charset="-122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ERP</a:t>
            </a:r>
            <a:r>
              <a:rPr lang="zh-TW" altLang="zh-CN" kern="1200" normalizeH="0" baseline="0">
                <a:latin typeface="Microsoft YaHei" panose="020B0503020204020204" charset="-122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表單</a:t>
            </a:r>
            <a:r>
              <a:rPr lang="zh-TW" altLang="en-US" kern="1200" normalizeH="0" baseline="0">
                <a:latin typeface="Microsoft YaHei" panose="020B0503020204020204" charset="-122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設定程序</a:t>
            </a:r>
            <a:endParaRPr lang="zh-TW" altLang="en-US" kern="1200" normalizeH="0" baseline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Microsoft YaHei" panose="020B0503020204020204" charset="-122"/>
            </a:endParaRPr>
          </a:p>
        </p:txBody>
      </p:sp>
      <p:grpSp>
        <p:nvGrpSpPr>
          <p:cNvPr id="133122" name="Group 23"/>
          <p:cNvGrpSpPr/>
          <p:nvPr/>
        </p:nvGrpSpPr>
        <p:grpSpPr>
          <a:xfrm>
            <a:off x="1816100" y="1724025"/>
            <a:ext cx="5534025" cy="53975"/>
            <a:chOff x="0" y="2086"/>
            <a:chExt cx="6698" cy="1056"/>
          </a:xfrm>
        </p:grpSpPr>
        <p:sp>
          <p:nvSpPr>
            <p:cNvPr id="133123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33124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33125" name="Group 220"/>
          <p:cNvGrpSpPr/>
          <p:nvPr/>
        </p:nvGrpSpPr>
        <p:grpSpPr>
          <a:xfrm>
            <a:off x="1946275" y="1185863"/>
            <a:ext cx="1620838" cy="612775"/>
            <a:chOff x="497" y="935"/>
            <a:chExt cx="1872" cy="746"/>
          </a:xfrm>
        </p:grpSpPr>
        <p:pic>
          <p:nvPicPr>
            <p:cNvPr id="133126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127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33128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33129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33130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24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33132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3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" name="文字方塊 2"/>
          <p:cNvSpPr txBox="1"/>
          <p:nvPr/>
        </p:nvSpPr>
        <p:spPr>
          <a:xfrm>
            <a:off x="3343275" y="1282700"/>
            <a:ext cx="401478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E</a:t>
            </a:r>
            <a:r>
              <a:rPr lang="en-US" altLang="zh-TW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R</a:t>
            </a:r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P整合設定</a:t>
            </a:r>
            <a:endParaRPr lang="zh-TW" altLang="en-US" spc="300" noProof="1">
              <a:solidFill>
                <a:srgbClr val="41B6E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133134" name="Group 23"/>
          <p:cNvGrpSpPr/>
          <p:nvPr/>
        </p:nvGrpSpPr>
        <p:grpSpPr>
          <a:xfrm>
            <a:off x="1816100" y="3273425"/>
            <a:ext cx="5535613" cy="55563"/>
            <a:chOff x="0" y="2086"/>
            <a:chExt cx="6698" cy="1056"/>
          </a:xfrm>
        </p:grpSpPr>
        <p:sp>
          <p:nvSpPr>
            <p:cNvPr id="133135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33136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33137" name="Group 220"/>
          <p:cNvGrpSpPr/>
          <p:nvPr/>
        </p:nvGrpSpPr>
        <p:grpSpPr>
          <a:xfrm>
            <a:off x="1946275" y="2736850"/>
            <a:ext cx="1622425" cy="612775"/>
            <a:chOff x="497" y="935"/>
            <a:chExt cx="1872" cy="746"/>
          </a:xfrm>
        </p:grpSpPr>
        <p:pic>
          <p:nvPicPr>
            <p:cNvPr id="133138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139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33140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33141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33142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362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33144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3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4" name="文字方塊 3"/>
          <p:cNvSpPr txBox="1"/>
          <p:nvPr/>
        </p:nvSpPr>
        <p:spPr>
          <a:xfrm>
            <a:off x="3343275" y="2835275"/>
            <a:ext cx="5537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進階整合設定</a:t>
            </a:r>
            <a:r>
              <a:rPr lang="zh-TW" altLang="en-US" sz="1800" spc="300" noProof="1">
                <a:solidFill>
                  <a:schemeClr val="bg1">
                    <a:lumMod val="5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-拆單&amp;欄位運算</a:t>
            </a:r>
            <a:endParaRPr lang="zh-TW" altLang="en-US" sz="1800" spc="300" noProof="1">
              <a:solidFill>
                <a:schemeClr val="bg1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</p:txBody>
      </p:sp>
      <p:grpSp>
        <p:nvGrpSpPr>
          <p:cNvPr id="133146" name="Group 23"/>
          <p:cNvGrpSpPr/>
          <p:nvPr/>
        </p:nvGrpSpPr>
        <p:grpSpPr>
          <a:xfrm>
            <a:off x="1817688" y="4740275"/>
            <a:ext cx="5535612" cy="53975"/>
            <a:chOff x="0" y="2086"/>
            <a:chExt cx="6698" cy="1056"/>
          </a:xfrm>
        </p:grpSpPr>
        <p:sp>
          <p:nvSpPr>
            <p:cNvPr id="133147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33148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33149" name="Group 220"/>
          <p:cNvGrpSpPr/>
          <p:nvPr/>
        </p:nvGrpSpPr>
        <p:grpSpPr>
          <a:xfrm>
            <a:off x="1949450" y="4202113"/>
            <a:ext cx="1620838" cy="612775"/>
            <a:chOff x="497" y="935"/>
            <a:chExt cx="1872" cy="746"/>
          </a:xfrm>
        </p:grpSpPr>
        <p:pic>
          <p:nvPicPr>
            <p:cNvPr id="133150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151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33152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33153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33154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374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33156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3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" name="文字方塊 4"/>
          <p:cNvSpPr txBox="1"/>
          <p:nvPr/>
        </p:nvSpPr>
        <p:spPr>
          <a:xfrm>
            <a:off x="3346450" y="4298950"/>
            <a:ext cx="401478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其他設定</a:t>
            </a:r>
            <a:endParaRPr lang="zh-TW" altLang="en-US" spc="300" noProof="1">
              <a:solidFill>
                <a:srgbClr val="41B6E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133158" name="Group 23"/>
          <p:cNvGrpSpPr/>
          <p:nvPr/>
        </p:nvGrpSpPr>
        <p:grpSpPr>
          <a:xfrm>
            <a:off x="1817688" y="2495550"/>
            <a:ext cx="5535612" cy="55563"/>
            <a:chOff x="0" y="2086"/>
            <a:chExt cx="6698" cy="1056"/>
          </a:xfrm>
        </p:grpSpPr>
        <p:sp>
          <p:nvSpPr>
            <p:cNvPr id="133159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33160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33161" name="Group 220"/>
          <p:cNvGrpSpPr/>
          <p:nvPr/>
        </p:nvGrpSpPr>
        <p:grpSpPr>
          <a:xfrm>
            <a:off x="1949450" y="1958975"/>
            <a:ext cx="1620838" cy="612775"/>
            <a:chOff x="497" y="935"/>
            <a:chExt cx="1872" cy="746"/>
          </a:xfrm>
        </p:grpSpPr>
        <p:pic>
          <p:nvPicPr>
            <p:cNvPr id="133162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163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33164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33165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33166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9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33168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3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1" name="文字方塊 20"/>
          <p:cNvSpPr txBox="1"/>
          <p:nvPr/>
        </p:nvSpPr>
        <p:spPr>
          <a:xfrm>
            <a:off x="3346450" y="2055813"/>
            <a:ext cx="401478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EF整合設定</a:t>
            </a:r>
            <a:endParaRPr lang="zh-TW" altLang="en-US" spc="300" noProof="1">
              <a:solidFill>
                <a:srgbClr val="41B6E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133170" name="Group 23"/>
          <p:cNvGrpSpPr/>
          <p:nvPr/>
        </p:nvGrpSpPr>
        <p:grpSpPr>
          <a:xfrm>
            <a:off x="1800225" y="3986213"/>
            <a:ext cx="5535613" cy="55562"/>
            <a:chOff x="0" y="2086"/>
            <a:chExt cx="6698" cy="1056"/>
          </a:xfrm>
        </p:grpSpPr>
        <p:sp>
          <p:nvSpPr>
            <p:cNvPr id="133171" name="Rectangle 3"/>
            <p:cNvSpPr/>
            <p:nvPr/>
          </p:nvSpPr>
          <p:spPr>
            <a:xfrm>
              <a:off x="0" y="2325"/>
              <a:ext cx="6698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33172" name="Rectangle 25"/>
            <p:cNvSpPr/>
            <p:nvPr/>
          </p:nvSpPr>
          <p:spPr>
            <a:xfrm flipV="1">
              <a:off x="0" y="2086"/>
              <a:ext cx="6698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rot="10800000" wrap="none" lIns="67500" tIns="67500" rIns="54000" bIns="67500" anchor="ctr" anchorCtr="0"/>
            <a:p>
              <a:pPr algn="ctr" eaLnBrk="0" hangingPunct="0"/>
              <a:endParaRPr lang="zh-CN" altLang="zh-CN" sz="100"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33173" name="Group 220"/>
          <p:cNvGrpSpPr/>
          <p:nvPr/>
        </p:nvGrpSpPr>
        <p:grpSpPr>
          <a:xfrm>
            <a:off x="1930400" y="3449638"/>
            <a:ext cx="1622425" cy="612775"/>
            <a:chOff x="497" y="935"/>
            <a:chExt cx="1872" cy="746"/>
          </a:xfrm>
        </p:grpSpPr>
        <p:pic>
          <p:nvPicPr>
            <p:cNvPr id="133174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1175"/>
              <a:ext cx="982" cy="4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175" name="Freeform 181"/>
            <p:cNvSpPr/>
            <p:nvPr/>
          </p:nvSpPr>
          <p:spPr>
            <a:xfrm>
              <a:off x="753" y="935"/>
              <a:ext cx="1127" cy="669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7" y="668"/>
                </a:cxn>
                <a:cxn ang="0">
                  <a:pos x="133" y="669"/>
                </a:cxn>
                <a:cxn ang="0">
                  <a:pos x="14" y="477"/>
                </a:cxn>
                <a:cxn ang="0">
                  <a:pos x="29" y="408"/>
                </a:cxn>
                <a:cxn ang="0">
                  <a:pos x="662" y="14"/>
                </a:cxn>
              </a:cxnLst>
              <a:pathLst>
                <a:path w="2561" h="1520">
                  <a:moveTo>
                    <a:pt x="1505" y="33"/>
                  </a:moveTo>
                  <a:cubicBezTo>
                    <a:pt x="1556" y="0"/>
                    <a:pt x="1627" y="17"/>
                    <a:pt x="1663" y="68"/>
                  </a:cubicBezTo>
                  <a:cubicBezTo>
                    <a:pt x="2558" y="1505"/>
                    <a:pt x="2561" y="1518"/>
                    <a:pt x="2561" y="1518"/>
                  </a:cubicBezTo>
                  <a:cubicBezTo>
                    <a:pt x="2257" y="1520"/>
                    <a:pt x="752" y="1520"/>
                    <a:pt x="304" y="1520"/>
                  </a:cubicBezTo>
                  <a:cubicBezTo>
                    <a:pt x="155" y="1281"/>
                    <a:pt x="72" y="1185"/>
                    <a:pt x="33" y="1086"/>
                  </a:cubicBezTo>
                  <a:cubicBezTo>
                    <a:pt x="0" y="1032"/>
                    <a:pt x="17" y="961"/>
                    <a:pt x="68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33176" name="Freeform 182"/>
            <p:cNvSpPr/>
            <p:nvPr/>
          </p:nvSpPr>
          <p:spPr>
            <a:xfrm>
              <a:off x="739" y="947"/>
              <a:ext cx="1126" cy="661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31"/>
                </a:cxn>
                <a:cxn ang="0">
                  <a:pos x="1124" y="656"/>
                </a:cxn>
                <a:cxn ang="0">
                  <a:pos x="122" y="655"/>
                </a:cxn>
                <a:cxn ang="0">
                  <a:pos x="14" y="478"/>
                </a:cxn>
                <a:cxn ang="0">
                  <a:pos x="31" y="408"/>
                </a:cxn>
                <a:cxn ang="0">
                  <a:pos x="662" y="14"/>
                </a:cxn>
              </a:cxnLst>
              <a:pathLst>
                <a:path w="2559" h="1504">
                  <a:moveTo>
                    <a:pt x="1505" y="33"/>
                  </a:moveTo>
                  <a:cubicBezTo>
                    <a:pt x="1559" y="0"/>
                    <a:pt x="1630" y="17"/>
                    <a:pt x="1663" y="71"/>
                  </a:cubicBezTo>
                  <a:cubicBezTo>
                    <a:pt x="2559" y="1504"/>
                    <a:pt x="2556" y="1494"/>
                    <a:pt x="2556" y="1494"/>
                  </a:cubicBezTo>
                  <a:cubicBezTo>
                    <a:pt x="2274" y="1492"/>
                    <a:pt x="747" y="1494"/>
                    <a:pt x="279" y="1492"/>
                  </a:cubicBezTo>
                  <a:cubicBezTo>
                    <a:pt x="130" y="1253"/>
                    <a:pt x="69" y="1183"/>
                    <a:pt x="33" y="1089"/>
                  </a:cubicBezTo>
                  <a:cubicBezTo>
                    <a:pt x="0" y="1034"/>
                    <a:pt x="17" y="964"/>
                    <a:pt x="71" y="930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343F1E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33177" name="Freeform 188"/>
            <p:cNvSpPr/>
            <p:nvPr/>
          </p:nvSpPr>
          <p:spPr>
            <a:xfrm>
              <a:off x="747" y="942"/>
              <a:ext cx="1128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1" y="29"/>
                </a:cxn>
                <a:cxn ang="0">
                  <a:pos x="1128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133178" name="Freeform 189"/>
            <p:cNvSpPr/>
            <p:nvPr/>
          </p:nvSpPr>
          <p:spPr>
            <a:xfrm>
              <a:off x="746" y="941"/>
              <a:ext cx="1129" cy="694"/>
            </a:xfrm>
            <a:custGeom>
              <a:avLst/>
              <a:gdLst/>
              <a:ahLst/>
              <a:cxnLst>
                <a:cxn ang="0">
                  <a:pos x="662" y="14"/>
                </a:cxn>
                <a:cxn ang="0">
                  <a:pos x="732" y="29"/>
                </a:cxn>
                <a:cxn ang="0">
                  <a:pos x="1129" y="662"/>
                </a:cxn>
                <a:cxn ang="0">
                  <a:pos x="127" y="662"/>
                </a:cxn>
                <a:cxn ang="0">
                  <a:pos x="129" y="663"/>
                </a:cxn>
                <a:cxn ang="0">
                  <a:pos x="14" y="477"/>
                </a:cxn>
                <a:cxn ang="0">
                  <a:pos x="30" y="408"/>
                </a:cxn>
                <a:cxn ang="0">
                  <a:pos x="662" y="14"/>
                </a:cxn>
              </a:cxnLst>
              <a:pathLst>
                <a:path w="2564" h="1577">
                  <a:moveTo>
                    <a:pt x="1505" y="33"/>
                  </a:moveTo>
                  <a:cubicBezTo>
                    <a:pt x="1557" y="0"/>
                    <a:pt x="1628" y="17"/>
                    <a:pt x="1663" y="68"/>
                  </a:cubicBezTo>
                  <a:cubicBezTo>
                    <a:pt x="2559" y="1505"/>
                    <a:pt x="2564" y="1506"/>
                    <a:pt x="2564" y="1506"/>
                  </a:cubicBezTo>
                  <a:cubicBezTo>
                    <a:pt x="2301" y="1505"/>
                    <a:pt x="667" y="1506"/>
                    <a:pt x="290" y="1506"/>
                  </a:cubicBezTo>
                  <a:cubicBezTo>
                    <a:pt x="184" y="1337"/>
                    <a:pt x="338" y="1577"/>
                    <a:pt x="295" y="1507"/>
                  </a:cubicBezTo>
                  <a:cubicBezTo>
                    <a:pt x="252" y="1437"/>
                    <a:pt x="71" y="1182"/>
                    <a:pt x="33" y="1086"/>
                  </a:cubicBezTo>
                  <a:cubicBezTo>
                    <a:pt x="0" y="1032"/>
                    <a:pt x="14" y="961"/>
                    <a:pt x="69" y="928"/>
                  </a:cubicBezTo>
                  <a:cubicBezTo>
                    <a:pt x="1505" y="33"/>
                    <a:pt x="1505" y="33"/>
                    <a:pt x="1505" y="33"/>
                  </a:cubicBezTo>
                </a:path>
              </a:pathLst>
            </a:custGeom>
            <a:solidFill>
              <a:srgbClr val="41B6E7"/>
            </a:solidFill>
            <a:ln w="9525">
              <a:noFill/>
            </a:ln>
          </p:spPr>
          <p:txBody>
            <a:bodyPr/>
            <a:p>
              <a:endParaRPr lang="zh-TW" altLang="en-US"/>
            </a:p>
          </p:txBody>
        </p:sp>
        <p:sp>
          <p:nvSpPr>
            <p:cNvPr id="33" name="Text Box 75"/>
            <p:cNvSpPr txBox="1">
              <a:spLocks noChangeArrowheads="1"/>
            </p:cNvSpPr>
            <p:nvPr/>
          </p:nvSpPr>
          <p:spPr bwMode="auto">
            <a:xfrm rot="10800000" flipV="1">
              <a:off x="739" y="1008"/>
              <a:ext cx="1175" cy="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fontAlgn="base"/>
              <a:r>
                <a:rPr lang="en-US" altLang="zh-CN" sz="3000" b="1" strike="noStrike" spc="-150" noProof="1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altLang="zh-CN" sz="3000" b="1" strike="noStrike" spc="-15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33180" name="Picture 184" descr="yy"/>
            <p:cNvPicPr>
              <a:picLocks noChangeAspect="1"/>
            </p:cNvPicPr>
            <p:nvPr/>
          </p:nvPicPr>
          <p:blipFill>
            <a:blip r:embed="rId2">
              <a:biLevel thresh="50000"/>
              <a:grayscl/>
              <a:lum bright="-89993" contrast="100000"/>
            </a:blip>
            <a:srcRect t="52698"/>
            <a:stretch>
              <a:fillRect/>
            </a:stretch>
          </p:blipFill>
          <p:spPr>
            <a:xfrm>
              <a:off x="497" y="1555"/>
              <a:ext cx="1872" cy="10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5" name="文字方塊 34"/>
          <p:cNvSpPr txBox="1"/>
          <p:nvPr/>
        </p:nvSpPr>
        <p:spPr>
          <a:xfrm>
            <a:off x="3327400" y="3546475"/>
            <a:ext cx="40163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pc="300" noProof="1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rPr>
              <a:t>表單執行結果呈現</a:t>
            </a:r>
            <a:endParaRPr lang="zh-TW" altLang="en-US" spc="300" noProof="1">
              <a:solidFill>
                <a:srgbClr val="41B6E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5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4145" name="標題 3"/>
          <p:cNvSpPr>
            <a:spLocks noGrp="1"/>
          </p:cNvSpPr>
          <p:nvPr/>
        </p:nvSpPr>
        <p:spPr>
          <a:xfrm>
            <a:off x="404813" y="539750"/>
            <a:ext cx="8369300" cy="539750"/>
          </a:xfrm>
          <a:prstGeom prst="rect">
            <a:avLst/>
          </a:prstGeom>
          <a:noFill/>
          <a:ln w="9525">
            <a:noFill/>
          </a:ln>
        </p:spPr>
        <p:txBody>
          <a:bodyPr lIns="101600" tIns="38100" rIns="76200" bIns="38100" anchor="ctr" anchorCtr="0"/>
          <a:p>
            <a:pPr defTabSz="685800">
              <a:spcBef>
                <a:spcPct val="0"/>
              </a:spcBef>
            </a:pP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ERP附件如何拋到EF</a:t>
            </a:r>
            <a:endParaRPr lang="zh-TW" altLang="zh-CN">
              <a:solidFill>
                <a:srgbClr val="41B6E7"/>
              </a:solidFill>
              <a:latin typeface="Arial" panose="020B0604020202020204" pitchFamily="34" charset="0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28001" name="矩形 4"/>
          <p:cNvSpPr/>
          <p:nvPr/>
        </p:nvSpPr>
        <p:spPr>
          <a:xfrm>
            <a:off x="404813" y="1079500"/>
            <a:ext cx="6465888" cy="952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 fontAlgn="base"/>
            <a:r>
              <a:rPr lang="en-US" altLang="zh-TW" sz="1400" strike="noStrike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Step1</a:t>
            </a:r>
            <a:r>
              <a:rPr lang="en-US" altLang="zh-TW" sz="1400" strike="noStrike" noProof="1" dirty="0">
                <a:latin typeface="Microsoft YaHei" panose="020B0503020204020204" charset="-122"/>
                <a:ea typeface="新細明體" panose="02020500000000000000" pitchFamily="18" charset="-120"/>
                <a:cs typeface="Microsoft YaHei" panose="020B0503020204020204" charset="-122"/>
              </a:rPr>
              <a:t>.</a:t>
            </a:r>
            <a:r>
              <a:rPr lang="zh-TW" altLang="en-US" sz="1400" b="0" strike="noStrike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可在</a:t>
            </a:r>
            <a:r>
              <a:rPr lang="en-US" altLang="zh-TW" sz="1400" b="0" strike="noStrike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AP</a:t>
            </a:r>
            <a:r>
              <a:rPr lang="zh-TW" altLang="en-US" sz="1400" b="0" strike="noStrike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或</a:t>
            </a:r>
            <a:r>
              <a:rPr lang="en-US" altLang="zh-TW" sz="1400" b="0" strike="noStrike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DB</a:t>
            </a:r>
            <a:r>
              <a:rPr lang="zh-TW" altLang="en-US" sz="1400" b="0" strike="noStrike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主機新增一資料夾，資料夾名稱命名為</a:t>
            </a:r>
            <a:r>
              <a:rPr lang="en-US" altLang="zh-TW" sz="1400" b="0" strike="noStrike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DocLibrary</a:t>
            </a:r>
            <a:endParaRPr lang="zh-TW" altLang="en-US" sz="1400" b="0" strike="noStrike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342900" indent="-342900" algn="l" fontAlgn="base">
              <a:buAutoNum type="arabicPeriod"/>
            </a:pPr>
            <a:r>
              <a:rPr lang="zh-TW" altLang="en-US" sz="1400" b="0" strike="noStrike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開放為</a:t>
            </a:r>
            <a:r>
              <a:rPr lang="zh-TW" altLang="en-US" sz="1400" b="0" strike="noStrike" noProof="1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共用</a:t>
            </a:r>
            <a:r>
              <a:rPr lang="zh-TW" altLang="en-US" sz="1400" b="0" strike="noStrike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資料夾</a:t>
            </a:r>
            <a:endParaRPr lang="zh-TW" altLang="en-US" sz="1400" b="0" strike="noStrike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342900" indent="-342900" algn="l" fontAlgn="base">
              <a:buAutoNum type="arabicPeriod"/>
            </a:pPr>
            <a:r>
              <a:rPr lang="zh-TW" altLang="en-US" sz="1400" b="0" strike="noStrike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開放</a:t>
            </a:r>
            <a:r>
              <a:rPr lang="en-US" altLang="zh-TW" sz="1400" b="0" strike="noStrike" noProof="1" dirty="0">
                <a:solidFill>
                  <a:srgbClr val="FF0000"/>
                </a:solidFill>
                <a:latin typeface="Calibri" panose="020F0502020204030204" pitchFamily="34" charset="0"/>
                <a:ea typeface="Microsoft YaHei" panose="020B0503020204020204" charset="-122"/>
                <a:cs typeface="Calibri" panose="020F0502020204030204" pitchFamily="34" charset="0"/>
              </a:rPr>
              <a:t>Everyone</a:t>
            </a:r>
            <a:r>
              <a:rPr lang="zh-TW" altLang="en-US" sz="1400" b="0" strike="noStrike" noProof="1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寫入</a:t>
            </a:r>
            <a:r>
              <a:rPr lang="zh-TW" altLang="en-US" sz="1400" b="0" strike="noStrike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權限</a:t>
            </a:r>
            <a:endParaRPr lang="zh-TW" altLang="en-US" sz="1400" b="0" strike="noStrike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134147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7600" y="2032000"/>
            <a:ext cx="3987800" cy="3133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4148" name="矩形 4"/>
          <p:cNvSpPr/>
          <p:nvPr/>
        </p:nvSpPr>
        <p:spPr>
          <a:xfrm>
            <a:off x="404813" y="2032000"/>
            <a:ext cx="6465887" cy="307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TW" sz="1400" dirty="0">
                <a:latin typeface="Microsoft YaHei" panose="020B0503020204020204" charset="-122"/>
                <a:ea typeface="Microsoft YaHei" panose="020B0503020204020204" charset="-122"/>
              </a:rPr>
              <a:t>Step2</a:t>
            </a:r>
            <a:r>
              <a:rPr lang="en-US" altLang="zh-TW" sz="1400" dirty="0">
                <a:latin typeface="Microsoft YaHei" panose="020B0503020204020204" charset="-122"/>
              </a:rPr>
              <a:t>.</a:t>
            </a: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所有同仁電腦、電子派班中心需設定附件指向</a:t>
            </a: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4149" name="矩形 6"/>
          <p:cNvSpPr/>
          <p:nvPr/>
        </p:nvSpPr>
        <p:spPr>
          <a:xfrm>
            <a:off x="5494338" y="2865438"/>
            <a:ext cx="1682750" cy="2159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4150" name="矩形 6"/>
          <p:cNvSpPr/>
          <p:nvPr/>
        </p:nvSpPr>
        <p:spPr>
          <a:xfrm>
            <a:off x="5827713" y="4356100"/>
            <a:ext cx="1682750" cy="12858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325" y="3902075"/>
            <a:ext cx="3627438" cy="1036638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5" name="肘形接點 14"/>
          <p:cNvCxnSpPr>
            <a:stCxn id="134150" idx="1"/>
            <a:endCxn id="8" idx="3"/>
          </p:cNvCxnSpPr>
          <p:nvPr/>
        </p:nvCxnSpPr>
        <p:spPr>
          <a:xfrm rot="10800000">
            <a:off x="4830763" y="4421188"/>
            <a:ext cx="996950" cy="3175"/>
          </a:xfrm>
          <a:prstGeom prst="bentConnector2">
            <a:avLst/>
          </a:prstGeom>
          <a:ln w="22225">
            <a:solidFill>
              <a:srgbClr val="FF0000"/>
            </a:solidFill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1203325" y="4832350"/>
            <a:ext cx="3232150" cy="27622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TW" sz="1200" b="0">
                <a:latin typeface="Microsoft YaHei" panose="020B0503020204020204" charset="-122"/>
                <a:ea typeface="Microsoft YaHei" panose="020B0503020204020204" charset="-122"/>
              </a:rPr>
              <a:t>FileServerUNC=\\</a:t>
            </a:r>
            <a:r>
              <a:rPr lang="zh-TW" altLang="en-US" sz="1200" b="0">
                <a:solidFill>
                  <a:srgbClr val="0000FF"/>
                </a:solidFill>
                <a:latin typeface="Microsoft YaHei" panose="020B0503020204020204" charset="-122"/>
                <a:ea typeface="Microsoft YaHei" panose="020B0503020204020204" charset="-122"/>
              </a:rPr>
              <a:t>共用資料夾</a:t>
            </a:r>
            <a:r>
              <a:rPr lang="en-US" altLang="zh-TW" sz="1200" b="0">
                <a:solidFill>
                  <a:srgbClr val="0000FF"/>
                </a:solidFill>
                <a:latin typeface="Microsoft YaHei" panose="020B0503020204020204" charset="-122"/>
                <a:ea typeface="Microsoft YaHei" panose="020B0503020204020204" charset="-122"/>
              </a:rPr>
              <a:t>IP</a:t>
            </a:r>
            <a:r>
              <a:rPr lang="en-US" altLang="zh-TW" sz="1200" b="0">
                <a:latin typeface="Microsoft YaHei" panose="020B0503020204020204" charset="-122"/>
                <a:ea typeface="Microsoft YaHei" panose="020B0503020204020204" charset="-122"/>
              </a:rPr>
              <a:t>\</a:t>
            </a:r>
            <a:r>
              <a:rPr lang="en-US" altLang="zh-TW" sz="1200" b="0" dirty="0">
                <a:latin typeface="Microsoft YaHei" panose="020B0503020204020204" charset="-122"/>
                <a:ea typeface="Microsoft YaHei" panose="020B0503020204020204" charset="-122"/>
              </a:rPr>
              <a:t>DocLibrary</a:t>
            </a:r>
            <a:endParaRPr lang="en-US" altLang="zh-TW" sz="12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4154" name="文字方塊 10"/>
          <p:cNvSpPr txBox="1"/>
          <p:nvPr/>
        </p:nvSpPr>
        <p:spPr>
          <a:xfrm>
            <a:off x="404813" y="2289175"/>
            <a:ext cx="3140075" cy="1384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若ERP為兩層架構需設定每個user的ERP DMSS.ini</a:t>
            </a: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若ERP為三層架構需設定Server的ERP DMSS.ini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None/>
            </a:pP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0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169" name="標題 3"/>
          <p:cNvSpPr>
            <a:spLocks noGrp="1"/>
          </p:cNvSpPr>
          <p:nvPr/>
        </p:nvSpPr>
        <p:spPr>
          <a:xfrm>
            <a:off x="404813" y="539750"/>
            <a:ext cx="8369300" cy="539750"/>
          </a:xfrm>
          <a:prstGeom prst="rect">
            <a:avLst/>
          </a:prstGeom>
          <a:noFill/>
          <a:ln w="9525">
            <a:noFill/>
          </a:ln>
        </p:spPr>
        <p:txBody>
          <a:bodyPr lIns="101600" tIns="38100" rIns="76200" bIns="38100" anchor="ctr" anchorCtr="0"/>
          <a:p>
            <a:pPr defTabSz="685800">
              <a:spcBef>
                <a:spcPct val="0"/>
              </a:spcBef>
            </a:pP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如何判定</a:t>
            </a:r>
            <a:r>
              <a:rPr lang="en-US" altLang="zh-TW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E</a:t>
            </a: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RP是二層或三層架構</a:t>
            </a:r>
            <a:endParaRPr lang="zh-TW" altLang="zh-CN">
              <a:solidFill>
                <a:srgbClr val="41B6E7"/>
              </a:solidFill>
              <a:latin typeface="Arial" panose="020B0604020202020204" pitchFamily="34" charset="0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35170" name="矩形 4"/>
          <p:cNvSpPr/>
          <p:nvPr/>
        </p:nvSpPr>
        <p:spPr>
          <a:xfrm>
            <a:off x="404813" y="1079500"/>
            <a:ext cx="6465887" cy="3063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右下角為</a:t>
            </a:r>
            <a:r>
              <a:rPr lang="en-US" altLang="zh-TW" sz="1400" b="0" dirty="0">
                <a:latin typeface="Microsoft YaHei" panose="020B0503020204020204" charset="-122"/>
                <a:ea typeface="Microsoft YaHei" panose="020B0503020204020204" charset="-122"/>
              </a:rPr>
              <a:t>127.0.0.1</a:t>
            </a:r>
            <a:r>
              <a:rPr lang="zh-TW" altLang="zh-TW" sz="1400" b="0" dirty="0">
                <a:latin typeface="Microsoft YaHei" panose="020B0503020204020204" charset="-122"/>
                <a:ea typeface="Microsoft YaHei" panose="020B0503020204020204" charset="-122"/>
              </a:rPr>
              <a:t>為二層架構；若為某固定</a:t>
            </a:r>
            <a:r>
              <a:rPr lang="en-US" altLang="zh-TW" sz="1400" b="0" dirty="0">
                <a:latin typeface="Microsoft YaHei" panose="020B0503020204020204" charset="-122"/>
                <a:ea typeface="Microsoft YaHei" panose="020B0503020204020204" charset="-122"/>
              </a:rPr>
              <a:t>IP</a:t>
            </a: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為三層架構</a:t>
            </a: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135171" name="圖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025" y="1385888"/>
            <a:ext cx="5827713" cy="36877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5172" name="矩形 6"/>
          <p:cNvSpPr/>
          <p:nvPr/>
        </p:nvSpPr>
        <p:spPr>
          <a:xfrm>
            <a:off x="5764213" y="4975225"/>
            <a:ext cx="517525" cy="15716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6193" name="圖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7100" y="1912938"/>
            <a:ext cx="4068763" cy="31956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6194" name="標題 3"/>
          <p:cNvSpPr>
            <a:spLocks noGrp="1"/>
          </p:cNvSpPr>
          <p:nvPr/>
        </p:nvSpPr>
        <p:spPr>
          <a:xfrm>
            <a:off x="404813" y="539750"/>
            <a:ext cx="8369300" cy="539750"/>
          </a:xfrm>
          <a:prstGeom prst="rect">
            <a:avLst/>
          </a:prstGeom>
          <a:noFill/>
          <a:ln w="9525">
            <a:noFill/>
          </a:ln>
        </p:spPr>
        <p:txBody>
          <a:bodyPr lIns="101600" tIns="38100" rIns="76200" bIns="38100" anchor="ctr" anchorCtr="0"/>
          <a:p>
            <a:pPr defTabSz="685800">
              <a:spcBef>
                <a:spcPct val="0"/>
              </a:spcBef>
            </a:pP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ERP修改後憑證如何拋到EF</a:t>
            </a:r>
            <a:endParaRPr lang="zh-TW" altLang="zh-CN">
              <a:solidFill>
                <a:srgbClr val="41B6E7"/>
              </a:solidFill>
              <a:latin typeface="Arial" panose="020B0604020202020204" pitchFamily="34" charset="0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28001" name="矩形 4"/>
          <p:cNvSpPr/>
          <p:nvPr/>
        </p:nvSpPr>
        <p:spPr>
          <a:xfrm>
            <a:off x="404813" y="1079500"/>
            <a:ext cx="6465888" cy="952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 fontAlgn="base"/>
            <a:r>
              <a:rPr lang="en-US" altLang="zh-TW" sz="1400" strike="noStrike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Step1</a:t>
            </a:r>
            <a:r>
              <a:rPr lang="en-US" altLang="zh-TW" sz="1400" strike="noStrike" noProof="1" dirty="0">
                <a:latin typeface="Microsoft YaHei" panose="020B0503020204020204" charset="-122"/>
                <a:ea typeface="新細明體" panose="02020500000000000000" pitchFamily="18" charset="-120"/>
                <a:cs typeface="Microsoft YaHei" panose="020B0503020204020204" charset="-122"/>
              </a:rPr>
              <a:t>.</a:t>
            </a:r>
            <a:r>
              <a:rPr lang="zh-TW" altLang="en-US" sz="1400" b="0" strike="noStrike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可在</a:t>
            </a:r>
            <a:r>
              <a:rPr lang="en-US" altLang="zh-TW" sz="1400" b="0" strike="noStrike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AP</a:t>
            </a:r>
            <a:r>
              <a:rPr lang="zh-TW" altLang="en-US" sz="1400" b="0" strike="noStrike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或</a:t>
            </a:r>
            <a:r>
              <a:rPr lang="en-US" altLang="zh-TW" sz="1400" b="0" strike="noStrike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DB</a:t>
            </a:r>
            <a:r>
              <a:rPr lang="zh-TW" altLang="en-US" sz="1400" b="0" strike="noStrike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主機新增一資料夾，資料夾名稱命名為</a:t>
            </a:r>
            <a:r>
              <a:rPr lang="en-US" altLang="zh-TW" sz="1400" b="0" strike="noStrike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c_data</a:t>
            </a:r>
            <a:endParaRPr lang="zh-TW" altLang="en-US" sz="1400" b="0" strike="noStrike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342900" indent="-342900" algn="l" fontAlgn="base">
              <a:buAutoNum type="arabicPeriod"/>
            </a:pPr>
            <a:r>
              <a:rPr lang="zh-TW" altLang="en-US" sz="1400" b="0" strike="noStrike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開放為</a:t>
            </a:r>
            <a:r>
              <a:rPr lang="zh-TW" altLang="en-US" sz="1400" b="0" strike="noStrike" noProof="1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共用</a:t>
            </a:r>
            <a:r>
              <a:rPr lang="zh-TW" altLang="en-US" sz="1400" b="0" strike="noStrike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資料夾</a:t>
            </a:r>
            <a:endParaRPr lang="zh-TW" altLang="en-US" sz="1400" b="0" strike="noStrike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342900" indent="-342900" algn="l" fontAlgn="base">
              <a:buAutoNum type="arabicPeriod"/>
            </a:pPr>
            <a:r>
              <a:rPr lang="zh-TW" altLang="en-US" sz="1400" b="0" strike="noStrike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開放</a:t>
            </a:r>
            <a:r>
              <a:rPr lang="en-US" altLang="zh-TW" sz="1400" b="0" strike="noStrike" noProof="1" dirty="0">
                <a:solidFill>
                  <a:srgbClr val="FF0000"/>
                </a:solidFill>
                <a:latin typeface="Calibri" panose="020F0502020204030204" pitchFamily="34" charset="0"/>
                <a:ea typeface="Microsoft YaHei" panose="020B0503020204020204" charset="-122"/>
                <a:cs typeface="Calibri" panose="020F0502020204030204" pitchFamily="34" charset="0"/>
              </a:rPr>
              <a:t>Everyone</a:t>
            </a:r>
            <a:r>
              <a:rPr lang="zh-TW" altLang="en-US" sz="1400" b="0" strike="noStrike" noProof="1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寫入</a:t>
            </a:r>
            <a:r>
              <a:rPr lang="zh-TW" altLang="en-US" sz="1400" b="0" strike="noStrike" noProof="1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權限</a:t>
            </a:r>
            <a:endParaRPr lang="zh-TW" altLang="en-US" sz="1400" b="0" strike="noStrike" noProof="1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36196" name="矩形 4"/>
          <p:cNvSpPr/>
          <p:nvPr/>
        </p:nvSpPr>
        <p:spPr>
          <a:xfrm>
            <a:off x="404813" y="2032000"/>
            <a:ext cx="6465887" cy="307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TW" sz="1400" dirty="0">
                <a:latin typeface="Microsoft YaHei" panose="020B0503020204020204" charset="-122"/>
                <a:ea typeface="Microsoft YaHei" panose="020B0503020204020204" charset="-122"/>
              </a:rPr>
              <a:t>Step2</a:t>
            </a:r>
            <a:r>
              <a:rPr lang="en-US" altLang="zh-TW" sz="1400" dirty="0">
                <a:latin typeface="Microsoft YaHei" panose="020B0503020204020204" charset="-122"/>
              </a:rPr>
              <a:t>.</a:t>
            </a: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所有同仁電腦、電子派班中心需設定憑證指向</a:t>
            </a: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6197" name="矩形 6"/>
          <p:cNvSpPr/>
          <p:nvPr/>
        </p:nvSpPr>
        <p:spPr>
          <a:xfrm>
            <a:off x="5338763" y="2778125"/>
            <a:ext cx="1682750" cy="177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6198" name="矩形 6"/>
          <p:cNvSpPr/>
          <p:nvPr/>
        </p:nvSpPr>
        <p:spPr>
          <a:xfrm>
            <a:off x="5678488" y="3351213"/>
            <a:ext cx="1682750" cy="12858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6199" name="文字方塊 10"/>
          <p:cNvSpPr txBox="1"/>
          <p:nvPr/>
        </p:nvSpPr>
        <p:spPr>
          <a:xfrm>
            <a:off x="404813" y="2289175"/>
            <a:ext cx="3140075" cy="1384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若ERP為兩層架構需設定每個user的ERP DMSS.ini</a:t>
            </a: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  <a:sym typeface="Microsoft YaHei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若ERP為三層架構需設定Server的ERP DMSS.ini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None/>
            </a:pP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grpSp>
        <p:nvGrpSpPr>
          <p:cNvPr id="13" name="群組 12"/>
          <p:cNvGrpSpPr/>
          <p:nvPr/>
        </p:nvGrpSpPr>
        <p:grpSpPr>
          <a:xfrm>
            <a:off x="942975" y="3306763"/>
            <a:ext cx="4735513" cy="1871662"/>
            <a:chOff x="1486" y="5208"/>
            <a:chExt cx="7457" cy="2948"/>
          </a:xfrm>
        </p:grpSpPr>
        <p:cxnSp>
          <p:nvCxnSpPr>
            <p:cNvPr id="15" name="肘形接點 14"/>
            <p:cNvCxnSpPr>
              <a:stCxn id="136198" idx="1"/>
              <a:endCxn id="136202" idx="3"/>
            </p:cNvCxnSpPr>
            <p:nvPr/>
          </p:nvCxnSpPr>
          <p:spPr>
            <a:xfrm rot="10800000" flipV="1">
              <a:off x="6887" y="5379"/>
              <a:ext cx="2056" cy="1303"/>
            </a:xfrm>
            <a:prstGeom prst="bentConnector3">
              <a:avLst>
                <a:gd name="adj1" fmla="val 50000"/>
              </a:avLst>
            </a:prstGeom>
            <a:ln w="22225">
              <a:solidFill>
                <a:srgbClr val="FF0000"/>
              </a:solidFill>
              <a:tailEnd type="arrow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136202" name="圖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55" y="5208"/>
              <a:ext cx="5232" cy="294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6203" name="文字方塊 9"/>
            <p:cNvSpPr txBox="1"/>
            <p:nvPr/>
          </p:nvSpPr>
          <p:spPr>
            <a:xfrm>
              <a:off x="1486" y="7174"/>
              <a:ext cx="5064" cy="871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en-US" altLang="zh-TW" sz="1200" b="0">
                  <a:latin typeface="Microsoft YaHei" panose="020B0503020204020204" charset="-122"/>
                  <a:ea typeface="Microsoft YaHei" panose="020B0503020204020204" charset="-122"/>
                </a:rPr>
                <a:t>“</a:t>
              </a:r>
              <a:r>
                <a:rPr lang="zh-TW" altLang="en-US" sz="1200" b="0">
                  <a:latin typeface="Microsoft YaHei" panose="020B0503020204020204" charset="-122"/>
                  <a:ea typeface="Microsoft YaHei" panose="020B0503020204020204" charset="-122"/>
                </a:rPr>
                <a:t>；</a:t>
              </a:r>
              <a:r>
                <a:rPr lang="en-US" altLang="zh-TW" sz="1200" b="0">
                  <a:latin typeface="Microsoft YaHei" panose="020B0503020204020204" charset="-122"/>
                  <a:ea typeface="Microsoft YaHei" panose="020B0503020204020204" charset="-122"/>
                </a:rPr>
                <a:t>”</a:t>
              </a:r>
              <a:r>
                <a:rPr lang="zh-TW" altLang="en-US" sz="1200" b="0">
                  <a:latin typeface="Microsoft YaHei" panose="020B0503020204020204" charset="-122"/>
                  <a:ea typeface="Microsoft YaHei" panose="020B0503020204020204" charset="-122"/>
                </a:rPr>
                <a:t>拿掉</a:t>
              </a:r>
              <a:endParaRPr lang="zh-TW" altLang="en-US" sz="1200" b="0">
                <a:latin typeface="Microsoft YaHei" panose="020B0503020204020204" charset="-122"/>
                <a:ea typeface="新細明體" panose="02020500000000000000" pitchFamily="18" charset="-120"/>
              </a:endParaRPr>
            </a:p>
            <a:p>
              <a:r>
                <a:rPr lang="en-US" altLang="zh-TW" sz="1200" b="0">
                  <a:latin typeface="Microsoft YaHei" panose="020B0503020204020204" charset="-122"/>
                  <a:ea typeface="Microsoft YaHei" panose="020B0503020204020204" charset="-122"/>
                </a:rPr>
                <a:t>RTBuilderDataPath=\\</a:t>
              </a:r>
              <a:r>
                <a:rPr lang="zh-TW" altLang="en-US" sz="1200" b="0">
                  <a:solidFill>
                    <a:srgbClr val="0000FF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共用資料夾</a:t>
              </a:r>
              <a:r>
                <a:rPr lang="en-US" altLang="zh-TW" sz="1200" b="0">
                  <a:solidFill>
                    <a:srgbClr val="0000FF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IP</a:t>
              </a:r>
              <a:r>
                <a:rPr lang="en-US" altLang="zh-TW" sz="1200" b="0">
                  <a:latin typeface="Microsoft YaHei" panose="020B0503020204020204" charset="-122"/>
                  <a:ea typeface="Microsoft YaHei" panose="020B0503020204020204" charset="-122"/>
                </a:rPr>
                <a:t>\</a:t>
              </a:r>
              <a:r>
                <a:rPr lang="en-US" altLang="zh-TW" sz="1200" b="0" dirty="0">
                  <a:latin typeface="Microsoft YaHei" panose="020B0503020204020204" charset="-122"/>
                  <a:ea typeface="Microsoft YaHei" panose="020B0503020204020204" charset="-122"/>
                  <a:sym typeface="Microsoft YaHei" panose="020B0503020204020204" charset="-122"/>
                </a:rPr>
                <a:t>c_data</a:t>
              </a:r>
              <a:endParaRPr lang="en-US" altLang="zh-TW" sz="12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217" name="標題 3"/>
          <p:cNvSpPr>
            <a:spLocks noGrp="1"/>
          </p:cNvSpPr>
          <p:nvPr/>
        </p:nvSpPr>
        <p:spPr>
          <a:xfrm>
            <a:off x="404813" y="539750"/>
            <a:ext cx="8369300" cy="539750"/>
          </a:xfrm>
          <a:prstGeom prst="rect">
            <a:avLst/>
          </a:prstGeom>
          <a:noFill/>
          <a:ln w="9525">
            <a:noFill/>
          </a:ln>
        </p:spPr>
        <p:txBody>
          <a:bodyPr lIns="101600" tIns="38100" rIns="76200" bIns="38100" anchor="ctr" anchorCtr="0"/>
          <a:p>
            <a:pPr defTabSz="685800">
              <a:spcBef>
                <a:spcPct val="0"/>
              </a:spcBef>
            </a:pPr>
            <a:r>
              <a:rPr lang="en-US" altLang="zh-TW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E</a:t>
            </a: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RP憑證如何顯示簽核歷程</a:t>
            </a:r>
            <a:endParaRPr lang="zh-TW" altLang="zh-CN">
              <a:solidFill>
                <a:srgbClr val="41B6E7"/>
              </a:solidFill>
              <a:latin typeface="Arial" panose="020B0604020202020204" pitchFamily="34" charset="0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pic>
        <p:nvPicPr>
          <p:cNvPr id="137218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438" y="1079500"/>
            <a:ext cx="5314950" cy="3959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7219" name="AutoShape 9"/>
          <p:cNvSpPr/>
          <p:nvPr/>
        </p:nvSpPr>
        <p:spPr>
          <a:xfrm>
            <a:off x="6037263" y="3730625"/>
            <a:ext cx="3011487" cy="806450"/>
          </a:xfrm>
          <a:prstGeom prst="wedgeRectCallout">
            <a:avLst>
              <a:gd name="adj1" fmla="val -77176"/>
              <a:gd name="adj2" fmla="val 51653"/>
            </a:avLst>
          </a:prstGeom>
          <a:solidFill>
            <a:srgbClr val="FFFF00"/>
          </a:solidFill>
          <a:ln w="28575">
            <a:noFill/>
          </a:ln>
        </p:spPr>
        <p:txBody>
          <a:bodyPr anchor="ctr" anchorCtr="0"/>
          <a:p>
            <a:pPr>
              <a:buClrTx/>
              <a:buFontTx/>
            </a:pPr>
            <a:r>
              <a:rPr lang="zh-TW" altLang="en-US" sz="1200" b="0" dirty="0">
                <a:latin typeface="Microsoft YaHei" panose="020B0503020204020204" charset="-122"/>
                <a:ea typeface="Microsoft YaHei" panose="020B0503020204020204" charset="-122"/>
              </a:rPr>
              <a:t>可顯示簽核歷程+簽名圖檔</a:t>
            </a:r>
            <a:endParaRPr lang="zh-TW" altLang="en-US" sz="1200" b="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buClrTx/>
              <a:buFontTx/>
            </a:pPr>
            <a:r>
              <a:rPr lang="zh-TW" altLang="en-US" sz="1200" b="0" dirty="0">
                <a:latin typeface="Microsoft YaHei" panose="020B0503020204020204" charset="-122"/>
                <a:ea typeface="Microsoft YaHei" panose="020B0503020204020204" charset="-122"/>
              </a:rPr>
              <a:t>(由最後一關往前推最多顯示七筆)</a:t>
            </a:r>
            <a:endParaRPr lang="zh-TW" altLang="en-US" sz="1200" b="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buClrTx/>
              <a:buFontTx/>
            </a:pPr>
            <a:r>
              <a:rPr lang="zh-TW" altLang="en-US" sz="1200" b="0" dirty="0">
                <a:latin typeface="Microsoft YaHei" panose="020B0503020204020204" charset="-122"/>
                <a:ea typeface="Microsoft YaHei" panose="020B0503020204020204" charset="-122"/>
              </a:rPr>
              <a:t>簽核順序：由大至小，由左至右排列</a:t>
            </a:r>
            <a:endParaRPr lang="zh-TW" altLang="en-US" sz="12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137220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275" y="2406650"/>
            <a:ext cx="194945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7221" name="矩形 6"/>
          <p:cNvSpPr/>
          <p:nvPr/>
        </p:nvSpPr>
        <p:spPr>
          <a:xfrm>
            <a:off x="715963" y="4949825"/>
            <a:ext cx="5233987" cy="889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7222" name="矩形 6"/>
          <p:cNvSpPr/>
          <p:nvPr/>
        </p:nvSpPr>
        <p:spPr>
          <a:xfrm>
            <a:off x="715963" y="4668838"/>
            <a:ext cx="5233987" cy="28098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7223" name="AutoShape 9"/>
          <p:cNvSpPr/>
          <p:nvPr/>
        </p:nvSpPr>
        <p:spPr>
          <a:xfrm>
            <a:off x="6037263" y="4668838"/>
            <a:ext cx="2006600" cy="280987"/>
          </a:xfrm>
          <a:prstGeom prst="wedgeRectCallout">
            <a:avLst>
              <a:gd name="adj1" fmla="val -64111"/>
              <a:gd name="adj2" fmla="val 16667"/>
            </a:avLst>
          </a:prstGeom>
          <a:solidFill>
            <a:srgbClr val="FFFF00"/>
          </a:solidFill>
          <a:ln w="28575">
            <a:noFill/>
          </a:ln>
        </p:spPr>
        <p:txBody>
          <a:bodyPr anchor="ctr" anchorCtr="0"/>
          <a:p>
            <a:pPr>
              <a:buClrTx/>
              <a:buFontTx/>
            </a:pPr>
            <a:r>
              <a:rPr lang="zh-TW" altLang="en-US" sz="1200" b="0" dirty="0">
                <a:latin typeface="Microsoft YaHei" panose="020B0503020204020204" charset="-122"/>
                <a:ea typeface="Microsoft YaHei" panose="020B0503020204020204" charset="-122"/>
              </a:rPr>
              <a:t>這七個簽名圖記得要顯示</a:t>
            </a:r>
            <a:endParaRPr lang="zh-TW" altLang="en-US" sz="12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38241" name="物件 1"/>
          <p:cNvGraphicFramePr/>
          <p:nvPr/>
        </p:nvGraphicFramePr>
        <p:xfrm>
          <a:off x="404813" y="1079500"/>
          <a:ext cx="6172200" cy="379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6946900" imgH="4419600" progId="Paint.Picture">
                  <p:embed/>
                </p:oleObj>
              </mc:Choice>
              <mc:Fallback>
                <p:oleObj name="" r:id="rId1" imgW="6946900" imgH="4419600" progId="Paint.Picture">
                  <p:embed/>
                  <p:pic>
                    <p:nvPicPr>
                      <p:cNvPr id="0" name="圖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4813" y="1079500"/>
                        <a:ext cx="6172200" cy="3794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2" name="標題 3"/>
          <p:cNvSpPr>
            <a:spLocks noGrp="1"/>
          </p:cNvSpPr>
          <p:nvPr/>
        </p:nvSpPr>
        <p:spPr>
          <a:xfrm>
            <a:off x="404813" y="539750"/>
            <a:ext cx="8369300" cy="539750"/>
          </a:xfrm>
          <a:prstGeom prst="rect">
            <a:avLst/>
          </a:prstGeom>
          <a:noFill/>
          <a:ln w="9525">
            <a:noFill/>
          </a:ln>
        </p:spPr>
        <p:txBody>
          <a:bodyPr lIns="101600" tIns="38100" rIns="76200" bIns="38100" anchor="ctr" anchorCtr="0"/>
          <a:p>
            <a:pPr defTabSz="685800">
              <a:spcBef>
                <a:spcPct val="0"/>
              </a:spcBef>
            </a:pPr>
            <a:r>
              <a:rPr lang="en-US" altLang="zh-TW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E</a:t>
            </a: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RP憑證如何顯示簽核歷程</a:t>
            </a:r>
            <a:endParaRPr lang="zh-TW" altLang="zh-CN">
              <a:solidFill>
                <a:srgbClr val="41B6E7"/>
              </a:solidFill>
              <a:latin typeface="Arial" panose="020B0604020202020204" pitchFamily="34" charset="0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38243" name="矩形 6"/>
          <p:cNvSpPr/>
          <p:nvPr/>
        </p:nvSpPr>
        <p:spPr>
          <a:xfrm>
            <a:off x="695325" y="4054475"/>
            <a:ext cx="2393950" cy="45085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8244" name="矩形 6"/>
          <p:cNvSpPr/>
          <p:nvPr/>
        </p:nvSpPr>
        <p:spPr>
          <a:xfrm>
            <a:off x="695325" y="4554538"/>
            <a:ext cx="2393950" cy="41433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8245" name="文字方塊 9"/>
          <p:cNvSpPr txBox="1"/>
          <p:nvPr/>
        </p:nvSpPr>
        <p:spPr>
          <a:xfrm>
            <a:off x="3217863" y="4003675"/>
            <a:ext cx="2268537" cy="55245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2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簽核歷程</a:t>
            </a:r>
            <a:endParaRPr lang="zh-TW" altLang="en-US" sz="1200" dirty="0">
              <a:latin typeface="Microsoft YaHei" panose="020B0503020204020204" charset="-122"/>
              <a:ea typeface="Microsoft YaHei" panose="020B0503020204020204" charset="-122"/>
              <a:sym typeface="Microsoft YaHei" panose="020B0503020204020204" charset="-122"/>
            </a:endParaRPr>
          </a:p>
          <a:p>
            <a:r>
              <a:rPr lang="zh-TW" altLang="en-US" sz="12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職稱</a:t>
            </a:r>
            <a:r>
              <a:rPr lang="en-US" altLang="zh-TW" sz="12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/</a:t>
            </a:r>
            <a:r>
              <a:rPr lang="zh-TW" altLang="en-US" sz="12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職務；簽核者</a:t>
            </a:r>
            <a:r>
              <a:rPr lang="en-US" altLang="zh-TW" sz="12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∶</a:t>
            </a:r>
            <a:r>
              <a:rPr lang="zh-TW" altLang="en-US" sz="1200" b="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簽核日期</a:t>
            </a:r>
            <a:endParaRPr lang="zh-TW" altLang="en-US" sz="1200" b="0" dirty="0">
              <a:latin typeface="Microsoft YaHei" panose="020B0503020204020204" charset="-122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38246" name="文字方塊 8"/>
          <p:cNvSpPr txBox="1"/>
          <p:nvPr/>
        </p:nvSpPr>
        <p:spPr>
          <a:xfrm>
            <a:off x="3217863" y="4606925"/>
            <a:ext cx="947737" cy="27622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2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簽名圖檔</a:t>
            </a:r>
            <a:endParaRPr lang="zh-TW" altLang="en-US" sz="1200" dirty="0">
              <a:latin typeface="Microsoft YaHei" panose="020B0503020204020204" charset="-122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38247" name="矩形 6"/>
          <p:cNvSpPr/>
          <p:nvPr/>
        </p:nvSpPr>
        <p:spPr>
          <a:xfrm>
            <a:off x="4930775" y="1422400"/>
            <a:ext cx="919163" cy="16351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8248" name="文字方塊 11"/>
          <p:cNvSpPr txBox="1"/>
          <p:nvPr/>
        </p:nvSpPr>
        <p:spPr>
          <a:xfrm>
            <a:off x="5935663" y="1227138"/>
            <a:ext cx="3074987" cy="554037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2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列印憑證請於</a:t>
            </a:r>
            <a:r>
              <a:rPr lang="en-US" altLang="zh-TW" sz="12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ERP</a:t>
            </a:r>
            <a:r>
              <a:rPr lang="zh-TW" altLang="en-US" sz="12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列印，不可在</a:t>
            </a:r>
            <a:r>
              <a:rPr lang="en-US" altLang="zh-TW" sz="12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EF</a:t>
            </a:r>
            <a:r>
              <a:rPr lang="zh-TW" altLang="en-US" sz="12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列印</a:t>
            </a:r>
            <a:endParaRPr lang="zh-TW" altLang="en-US" sz="1200" dirty="0">
              <a:latin typeface="Microsoft YaHei" panose="020B0503020204020204" charset="-122"/>
              <a:ea typeface="Microsoft YaHei" panose="020B0503020204020204" charset="-122"/>
              <a:sym typeface="Microsoft YaHei" panose="020B0503020204020204" charset="-122"/>
            </a:endParaRPr>
          </a:p>
          <a:p>
            <a:r>
              <a:rPr lang="en-US" altLang="zh-TW" sz="12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ERP</a:t>
            </a:r>
            <a:r>
              <a:rPr lang="zh-TW" altLang="en-US" sz="12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確認碼才會是『已確認』</a:t>
            </a:r>
            <a:endParaRPr lang="zh-TW" altLang="en-US" sz="1200" b="0" dirty="0">
              <a:latin typeface="Microsoft YaHei" panose="020B0503020204020204" charset="-122"/>
              <a:ea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9265" name="標題 3"/>
          <p:cNvSpPr>
            <a:spLocks noGrp="1"/>
          </p:cNvSpPr>
          <p:nvPr/>
        </p:nvSpPr>
        <p:spPr>
          <a:xfrm>
            <a:off x="404813" y="539750"/>
            <a:ext cx="8369300" cy="539750"/>
          </a:xfrm>
          <a:prstGeom prst="rect">
            <a:avLst/>
          </a:prstGeom>
          <a:noFill/>
          <a:ln w="9525">
            <a:noFill/>
          </a:ln>
        </p:spPr>
        <p:txBody>
          <a:bodyPr lIns="101600" tIns="38100" rIns="76200" bIns="38100" anchor="ctr" anchorCtr="0"/>
          <a:p>
            <a:pPr defTabSz="685800">
              <a:spcBef>
                <a:spcPct val="0"/>
              </a:spcBef>
            </a:pPr>
            <a:r>
              <a:rPr lang="zh-TW" altLang="zh-CN">
                <a:solidFill>
                  <a:srgbClr val="41B6E7"/>
                </a:solidFill>
                <a:latin typeface="Arial" panose="020B0604020202020204" pitchFamily="34" charset="0"/>
                <a:ea typeface="Microsoft YaHei" panose="020B0503020204020204" charset="-122"/>
                <a:sym typeface="Microsoft YaHei" panose="020B0503020204020204" charset="-122"/>
              </a:rPr>
              <a:t>個人上傳簽名圖檔</a:t>
            </a:r>
            <a:endParaRPr lang="zh-TW" altLang="zh-CN">
              <a:solidFill>
                <a:srgbClr val="41B6E7"/>
              </a:solidFill>
              <a:latin typeface="Arial" panose="020B0604020202020204" pitchFamily="34" charset="0"/>
              <a:ea typeface="Microsoft YaHei" panose="020B0503020204020204" charset="-122"/>
              <a:sym typeface="Microsoft YaHei" panose="020B0503020204020204" charset="-122"/>
            </a:endParaRPr>
          </a:p>
        </p:txBody>
      </p:sp>
      <p:pic>
        <p:nvPicPr>
          <p:cNvPr id="139266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366838"/>
            <a:ext cx="8281987" cy="37258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9267" name="矩形 6"/>
          <p:cNvSpPr/>
          <p:nvPr/>
        </p:nvSpPr>
        <p:spPr>
          <a:xfrm>
            <a:off x="579438" y="3514725"/>
            <a:ext cx="869950" cy="1492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9268" name="矩形 4"/>
          <p:cNvSpPr/>
          <p:nvPr/>
        </p:nvSpPr>
        <p:spPr>
          <a:xfrm>
            <a:off x="404813" y="1079500"/>
            <a:ext cx="6465887" cy="6302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圖檔建議使用</a:t>
            </a:r>
            <a:r>
              <a:rPr lang="zh-TW" altLang="en-US" sz="1400" b="0" dirty="0">
                <a:solidFill>
                  <a:srgbClr val="0000FF"/>
                </a:solidFill>
                <a:latin typeface="Microsoft YaHei" panose="020B0503020204020204" charset="-122"/>
                <a:ea typeface="Microsoft YaHei" panose="020B0503020204020204" charset="-122"/>
              </a:rPr>
              <a:t> JPG</a:t>
            </a:r>
            <a:endParaRPr lang="zh-TW" altLang="en-US" sz="1400" b="0" dirty="0">
              <a:solidFill>
                <a:srgbClr val="0000FF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endParaRPr lang="zh-TW" altLang="en-US" sz="1400" b="0" dirty="0">
              <a:solidFill>
                <a:srgbClr val="0000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289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系統參數設定</a:t>
            </a:r>
            <a:r>
              <a:rPr lang="en-US" altLang="zh-TW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(</a:t>
            </a: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登入密碼管理</a:t>
            </a:r>
            <a:r>
              <a:rPr lang="en-US" altLang="zh-TW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)</a:t>
            </a:r>
            <a:endParaRPr lang="en-US" altLang="zh-TW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graphicFrame>
        <p:nvGraphicFramePr>
          <p:cNvPr id="3" name="圓桌 2"/>
          <p:cNvGraphicFramePr/>
          <p:nvPr/>
        </p:nvGraphicFramePr>
        <p:xfrm>
          <a:off x="404813" y="1079500"/>
          <a:ext cx="8553450" cy="2917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890"/>
                <a:gridCol w="2254885"/>
                <a:gridCol w="4130675"/>
              </a:tblGrid>
              <a:tr h="241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參數代號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8D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參數設定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</a:t>
                      </a:r>
                      <a:r>
                        <a:rPr lang="zh-TW" altLang="en-US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以下為預設值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)</a:t>
                      </a:r>
                      <a:endParaRPr lang="en-US" altLang="zh-CN" sz="1200" b="1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8D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繁體中文說明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8DC"/>
                    </a:solidFill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ChangePWDInTiming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定時更改密碼(週期單位：天)，輸入0則不做密碼時效控管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EarlierNotePWDLimitation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密碼到期前幾天通知。(不警告請設為0)※此參數需搭配ChangePWDInTiming系統參數，方有作用！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IsComplexPWD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false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是否啟用複雜登入密碼(密碼中必須包含：1.半形英文字。2.半形數字。3.半形特殊符號)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80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IsFirstLoginMustChangePWD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false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第一次登入EasyFlow.Net系統, 是否需要修改密碼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IsPWDExpiredChangeBySelf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N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啟用密碼到期後，不需透過系統管理員修改密碼，由使用者自行登入系統後修改密碼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LoginPWDLength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限制最少密碼的長度字元(0:不限制, 6:6個字元, 8:8個字元, 10: 10個字元)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5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ORGI007_CreatePWDType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1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員工資料維護作業(ORGI007)新建立員工資料，選擇同步建立登入帳號密碼的密碼預設方式為(1)預設員工代號。(2)自行輸入。註：密碼若超出長度則取前10碼。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1313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系統參數設定</a:t>
            </a:r>
            <a:r>
              <a:rPr lang="en-US" altLang="zh-TW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(</a:t>
            </a:r>
            <a:r>
              <a:rPr lang="en-US" altLang="zh-TW" kern="1200" normalizeH="0" baseline="0">
                <a:latin typeface="Microsoft YaHei" panose="020B0503020204020204" charset="-122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Timeout</a:t>
            </a:r>
            <a:r>
              <a:rPr lang="zh-TW" altLang="zh-CN" kern="1200" normalizeH="0" baseline="0">
                <a:latin typeface="Microsoft YaHei" panose="020B0503020204020204" charset="-122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閒置時間設定</a:t>
            </a:r>
            <a:r>
              <a:rPr lang="en-US" altLang="zh-TW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)</a:t>
            </a:r>
            <a:endParaRPr lang="en-US" altLang="zh-TW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graphicFrame>
        <p:nvGraphicFramePr>
          <p:cNvPr id="3" name="圓桌 2"/>
          <p:cNvGraphicFramePr/>
          <p:nvPr/>
        </p:nvGraphicFramePr>
        <p:xfrm>
          <a:off x="404813" y="1079500"/>
          <a:ext cx="8553450" cy="968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890"/>
                <a:gridCol w="3167380"/>
                <a:gridCol w="3218180"/>
              </a:tblGrid>
              <a:tr h="241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參數代號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8D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參數設定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</a:t>
                      </a:r>
                      <a:r>
                        <a:rPr lang="zh-TW" altLang="en-US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以下為預設值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)</a:t>
                      </a:r>
                      <a:endParaRPr lang="en-US" altLang="zh-CN" sz="1200" b="1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8D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繁體中文說明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8DC"/>
                    </a:solidFill>
                  </a:tcPr>
                </a:tc>
              </a:tr>
              <a:tr h="2108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IsEnabledSessionNotTimeOut</a:t>
                      </a:r>
                      <a:endParaRPr lang="en-US" sz="1000" b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Y</a:t>
                      </a:r>
                      <a:endParaRPr lang="en-US" sz="1000" b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是否允許網頁不SessionTimeOut</a:t>
                      </a:r>
                      <a:endParaRPr lang="zh-CN" sz="1000" b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8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ShowTimeOutPeriod</a:t>
                      </a:r>
                      <a:endParaRPr lang="en-US" sz="1000" b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0</a:t>
                      </a:r>
                      <a:endParaRPr lang="en-US" altLang="en-US" sz="1000" b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Session TimeOut幾秒前顯示警告訊息(不警告請設為0)</a:t>
                      </a:r>
                      <a:endParaRPr lang="zh-CN" sz="1000" b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TW" altLang="zh-CN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允許值：</a:t>
                      </a:r>
                      <a:r>
                        <a:rPr lang="zh-CN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0,10,20,30,40,50,60,90,120,150,180,210,240,270,30</a:t>
                      </a:r>
                      <a:r>
                        <a:rPr lang="en-US" altLang="zh-CN" sz="1000" b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en-US" altLang="zh-CN" sz="1000" b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41332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2117725"/>
            <a:ext cx="4094162" cy="321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1333" name="矩形 6"/>
          <p:cNvSpPr/>
          <p:nvPr/>
        </p:nvSpPr>
        <p:spPr>
          <a:xfrm>
            <a:off x="962025" y="2978150"/>
            <a:ext cx="1668463" cy="16351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41334" name="矩形 6"/>
          <p:cNvSpPr/>
          <p:nvPr/>
        </p:nvSpPr>
        <p:spPr>
          <a:xfrm>
            <a:off x="1352550" y="4991100"/>
            <a:ext cx="1222375" cy="16351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pic>
        <p:nvPicPr>
          <p:cNvPr id="141335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75" y="2303463"/>
            <a:ext cx="4362450" cy="284162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5" name="肘形接點 14"/>
          <p:cNvCxnSpPr>
            <a:stCxn id="141334" idx="3"/>
            <a:endCxn id="141335" idx="1"/>
          </p:cNvCxnSpPr>
          <p:nvPr/>
        </p:nvCxnSpPr>
        <p:spPr>
          <a:xfrm flipV="1">
            <a:off x="2574925" y="3724275"/>
            <a:ext cx="666750" cy="1349375"/>
          </a:xfrm>
          <a:prstGeom prst="bentConnector3">
            <a:avLst>
              <a:gd name="adj1" fmla="val 50000"/>
            </a:avLst>
          </a:prstGeom>
          <a:ln w="22225">
            <a:solidFill>
              <a:srgbClr val="FF0000"/>
            </a:solidFill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1337" name="矩形 6"/>
          <p:cNvSpPr/>
          <p:nvPr/>
        </p:nvSpPr>
        <p:spPr>
          <a:xfrm>
            <a:off x="3278188" y="4244975"/>
            <a:ext cx="1757362" cy="15557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0"/>
              </a:spcBef>
              <a:buClrTx/>
              <a:buFontTx/>
            </a:pPr>
            <a:endParaRPr lang="zh-TW" altLang="en-US"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41338" name="文字方塊 8"/>
          <p:cNvSpPr txBox="1"/>
          <p:nvPr/>
        </p:nvSpPr>
        <p:spPr>
          <a:xfrm>
            <a:off x="3278188" y="4438650"/>
            <a:ext cx="2224087" cy="55245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2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搜尋關鍵字『sessionState』</a:t>
            </a:r>
            <a:endParaRPr lang="zh-TW" altLang="en-US" sz="1200" dirty="0">
              <a:latin typeface="Microsoft YaHei" panose="020B0503020204020204" charset="-122"/>
              <a:ea typeface="Microsoft YaHei" panose="020B0503020204020204" charset="-122"/>
              <a:sym typeface="Microsoft YaHei" panose="020B0503020204020204" charset="-122"/>
            </a:endParaRPr>
          </a:p>
          <a:p>
            <a:r>
              <a:rPr lang="zh-TW" altLang="en-US" sz="1200" dirty="0">
                <a:latin typeface="Microsoft YaHei" panose="020B0503020204020204" charset="-122"/>
                <a:ea typeface="Microsoft YaHei" panose="020B0503020204020204" charset="-122"/>
                <a:sym typeface="Microsoft YaHei" panose="020B0503020204020204" charset="-122"/>
              </a:rPr>
              <a:t>單位『分鐘』</a:t>
            </a:r>
            <a:endParaRPr lang="zh-TW" altLang="en-US" sz="1200" dirty="0">
              <a:latin typeface="Microsoft YaHei" panose="020B0503020204020204" charset="-122"/>
              <a:ea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2337" name="標題 3"/>
          <p:cNvSpPr>
            <a:spLocks noGrp="1"/>
          </p:cNvSpPr>
          <p:nvPr>
            <p:ph type="title"/>
          </p:nvPr>
        </p:nvSpPr>
        <p:spPr>
          <a:xfrm>
            <a:off x="404813" y="539750"/>
            <a:ext cx="8369300" cy="539750"/>
          </a:xfrm>
        </p:spPr>
        <p:txBody>
          <a:bodyPr lIns="101600" tIns="38100" rIns="76200" bIns="38100" anchor="ctr" anchorCtr="0"/>
          <a:p>
            <a:pPr indent="0" algn="l" defTabSz="685800">
              <a:buNone/>
            </a:pPr>
            <a:r>
              <a:rPr lang="zh-TW" altLang="zh-CN" kern="1200" normalizeH="0" baseline="0">
                <a:latin typeface="Arial" panose="020B0604020202020204" pitchFamily="34" charset="0"/>
                <a:ea typeface="Microsoft YaHei" panose="020B0503020204020204" charset="-122"/>
                <a:cs typeface="+mj-cs"/>
                <a:sym typeface="Microsoft YaHei" panose="020B0503020204020204" charset="-122"/>
              </a:rPr>
              <a:t>表單流程設定(限制)</a:t>
            </a:r>
            <a:endParaRPr lang="zh-TW" altLang="zh-CN" kern="1200" normalizeH="0" baseline="0">
              <a:latin typeface="Arial" panose="020B0604020202020204" pitchFamily="34" charset="0"/>
              <a:ea typeface="Microsoft YaHei" panose="020B0503020204020204" charset="-122"/>
              <a:cs typeface="+mj-cs"/>
              <a:sym typeface="Microsoft YaHei" panose="020B0503020204020204" charset="-122"/>
            </a:endParaRPr>
          </a:p>
        </p:txBody>
      </p:sp>
      <p:sp>
        <p:nvSpPr>
          <p:cNvPr id="142338" name="文字方塊 1"/>
          <p:cNvSpPr txBox="1"/>
          <p:nvPr/>
        </p:nvSpPr>
        <p:spPr>
          <a:xfrm>
            <a:off x="322263" y="998538"/>
            <a:ext cx="8789987" cy="1276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流程設定精靈中，</a:t>
            </a:r>
            <a:r>
              <a:rPr lang="zh-TW" altLang="en-US" sz="1400" b="0" dirty="0">
                <a:solidFill>
                  <a:srgbClr val="0000FF"/>
                </a:solidFill>
                <a:latin typeface="Microsoft YaHei" panose="020B0503020204020204" charset="-122"/>
                <a:ea typeface="Microsoft YaHei" panose="020B0503020204020204" charset="-122"/>
              </a:rPr>
              <a:t>整合表單無法針對指定關卡的欄位做顯示設定</a:t>
            </a:r>
            <a:r>
              <a:rPr lang="zh-TW" altLang="en-US" sz="1400" b="0" dirty="0"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endParaRPr lang="zh-TW" altLang="en-US" sz="1400" b="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aphicFrame>
        <p:nvGraphicFramePr>
          <p:cNvPr id="142339" name="物件 1"/>
          <p:cNvGraphicFramePr/>
          <p:nvPr/>
        </p:nvGraphicFramePr>
        <p:xfrm>
          <a:off x="404813" y="1368425"/>
          <a:ext cx="8402637" cy="361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9747250" imgH="4673600" progId="Paint.Picture">
                  <p:embed/>
                </p:oleObj>
              </mc:Choice>
              <mc:Fallback>
                <p:oleObj name="" r:id="rId1" imgW="9747250" imgH="4673600" progId="Paint.Picture">
                  <p:embed/>
                  <p:pic>
                    <p:nvPicPr>
                      <p:cNvPr id="0" name="圖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4813" y="1368425"/>
                        <a:ext cx="8402637" cy="3616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2340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8113" y="1368425"/>
            <a:ext cx="2879725" cy="7921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0700" y="1755775"/>
            <a:ext cx="8101013" cy="1214438"/>
          </a:xfrm>
        </p:spPr>
        <p:txBody>
          <a:bodyPr lIns="91440" tIns="45720" rIns="91440" bIns="45720" rtlCol="0" anchor="ctr">
            <a:noAutofit/>
          </a:bodyPr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TW" sz="4050" b="1" i="0" u="none" strike="noStrike" kern="1200" cap="none" spc="600" normalizeH="0" baseline="0" noProof="1">
                <a:solidFill>
                  <a:schemeClr val="bg1"/>
                </a:solidFill>
                <a:uFillTx/>
                <a:latin typeface="+標題中文字型" charset="0"/>
                <a:ea typeface="+mj-ea"/>
                <a:cs typeface="+mj-cs"/>
              </a:rPr>
              <a:t>Q&amp;A</a:t>
            </a:r>
            <a:endParaRPr kumimoji="0" lang="en-US" altLang="zh-TW" sz="4050" b="1" i="0" u="none" strike="noStrike" kern="1200" cap="none" spc="600" normalizeH="0" baseline="0" noProof="1">
              <a:solidFill>
                <a:schemeClr val="bg1"/>
              </a:solidFill>
              <a:uFillTx/>
              <a:latin typeface="+標題中文字型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INDEX" val="20187308"/>
  <p:tag name="KSO_WM_TEMPLATE_CATEGORY" val="custom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INDEX" val="20187308"/>
  <p:tag name="KSO_WM_TEMPLATE_CATEGORY" val="custom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INDEX" val="20187308"/>
  <p:tag name="KSO_WM_TEMPLATE_CATEGORY" val="custom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INDEX" val="20187308"/>
  <p:tag name="KSO_WM_TEMPLATE_CATEGORY" val="custom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INDEX" val="20187308"/>
  <p:tag name="KSO_WM_TEMPLATE_CATEGORY" val="custom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INDEX" val="20187308"/>
  <p:tag name="KSO_WM_TEMPLATE_CATEGORY" val="custom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INDEX" val="20187308"/>
  <p:tag name="KSO_WM_TEMPLATE_CATEGORY" val="custom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佈景主題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佈景主題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wrap="none" anchor="ctr"/>
      <a:lstStyle>
        <a:defPPr marL="0" marR="0" lvl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佈景主題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佈景主題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wrap="none" anchor="ctr"/>
      <a:lstStyle>
        <a:defPPr marL="0" marR="0" lvl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佈景主題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wrap="none" anchor="ctr"/>
      <a:lstStyle>
        <a:defPPr marL="0" marR="0" lvl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佈景主題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wrap="none" anchor="ctr"/>
      <a:lstStyle>
        <a:defPPr marL="0" marR="0" lvl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Office 佈景主題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wrap="none" anchor="ctr"/>
      <a:lstStyle>
        <a:defPPr marL="0" marR="0" lvl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20110301簡報底圖_B鼎新</Template>
  <TotalTime>0</TotalTime>
  <Words>5205</Words>
  <Application>WPS Presentation</Application>
  <PresentationFormat>如螢幕大小 (4:3)</PresentationFormat>
  <Paragraphs>623</Paragraphs>
  <Slides>61</Slides>
  <Notes>39</Notes>
  <HiddenSlides>1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61</vt:i4>
      </vt:variant>
    </vt:vector>
  </HeadingPairs>
  <TitlesOfParts>
    <vt:vector size="88" baseType="lpstr">
      <vt:lpstr>Arial</vt:lpstr>
      <vt:lpstr>新細明體</vt:lpstr>
      <vt:lpstr>Wingdings</vt:lpstr>
      <vt:lpstr>Calibri</vt:lpstr>
      <vt:lpstr>新細明體</vt:lpstr>
      <vt:lpstr>+標題中文字型</vt:lpstr>
      <vt:lpstr>Microsoft YaHei</vt:lpstr>
      <vt:lpstr>標楷體</vt:lpstr>
      <vt:lpstr>微軟正黑體</vt:lpstr>
      <vt:lpstr>Times New Roman</vt:lpstr>
      <vt:lpstr>SimSun</vt:lpstr>
      <vt:lpstr>Arial Unicode MS</vt:lpstr>
      <vt:lpstr>Times New Roman</vt:lpstr>
      <vt:lpstr>Wingdings</vt:lpstr>
      <vt:lpstr>Office 佈景主題​​</vt:lpstr>
      <vt:lpstr>1_Office 佈景主題​​</vt:lpstr>
      <vt:lpstr>2_Office 佈景主題​​</vt:lpstr>
      <vt:lpstr>3_Office 佈景主題​​</vt:lpstr>
      <vt:lpstr>4_Office 佈景主題​​</vt:lpstr>
      <vt:lpstr>5_Office 佈景主題​​</vt:lpstr>
      <vt:lpstr>6_Office 佈景主題​​</vt:lpstr>
      <vt:lpstr>Paint.Picture</vt:lpstr>
      <vt:lpstr>Paint.Picture</vt:lpstr>
      <vt:lpstr>Paint.Picture</vt:lpstr>
      <vt:lpstr>Paint.Picture</vt:lpstr>
      <vt:lpstr>Paint.Picture</vt:lpstr>
      <vt:lpstr>Paint.Picture</vt:lpstr>
      <vt:lpstr>EasyFlow電子簽核系統 整合ERP表單設定</vt:lpstr>
      <vt:lpstr>整合ERP表單設定程序</vt:lpstr>
      <vt:lpstr>基本資料管理系統</vt:lpstr>
      <vt:lpstr>管理維護系統</vt:lpstr>
      <vt:lpstr>基本資料管理系統</vt:lpstr>
      <vt:lpstr>基本資料管理系統</vt:lpstr>
      <vt:lpstr>表單條件設定</vt:lpstr>
      <vt:lpstr>表單條件設定</vt:lpstr>
      <vt:lpstr>如何判定ERP單據可以整合EF？</vt:lpstr>
      <vt:lpstr>如何判定ERP的欄位哪些可以當作流程條件判斷？</vt:lpstr>
      <vt:lpstr>ERP員工權限設定</vt:lpstr>
      <vt:lpstr>ERP員工權限設定</vt:lpstr>
      <vt:lpstr>未設定簽核者權限</vt:lpstr>
      <vt:lpstr>電子表單派班中心</vt:lpstr>
      <vt:lpstr>整合ERP表單設定程序</vt:lpstr>
      <vt:lpstr>ERP系統整合</vt:lpstr>
      <vt:lpstr>ERP系統整合</vt:lpstr>
      <vt:lpstr>ERP系統參數設定</vt:lpstr>
      <vt:lpstr>ERP系統參數設定</vt:lpstr>
      <vt:lpstr>ERP系統參數設定</vt:lpstr>
      <vt:lpstr>ERP系統參數設定</vt:lpstr>
      <vt:lpstr>ERP系統參數設定</vt:lpstr>
      <vt:lpstr>ERP系統參數設定</vt:lpstr>
      <vt:lpstr>EF系統權限設定</vt:lpstr>
      <vt:lpstr>整合ERP表單設定程序</vt:lpstr>
      <vt:lpstr>ERP單據不同公司別/單別拋至EF不同表單</vt:lpstr>
      <vt:lpstr>ERP單據不同公司別/單別拋至EF不同表單</vt:lpstr>
      <vt:lpstr>ERP單據不同公司別/單別拋至EF不同表單</vt:lpstr>
      <vt:lpstr>ERP單據欄位，拋至EF進行運算</vt:lpstr>
      <vt:lpstr>ERP 作業拋 EF 表單的主旨可自訂單頭的欄位</vt:lpstr>
      <vt:lpstr>整合ERP表單設定程序</vt:lpstr>
      <vt:lpstr>ERP 單據輸入畫面(自動送簽)</vt:lpstr>
      <vt:lpstr>ERP 單據輸入畫面(手動送簽)</vt:lpstr>
      <vt:lpstr>ERP電子表單佇列工作可查詢處理狀態(成功)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整合ERP表單設定程序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系統參數設定(登入密碼管理)</vt:lpstr>
      <vt:lpstr>系統參數設定(Timeout閒置時間設定)</vt:lpstr>
      <vt:lpstr>表單流程設定(限制)</vt:lpstr>
      <vt:lpstr>Q&amp;A</vt:lpstr>
    </vt:vector>
  </TitlesOfParts>
  <Company>DataSystem</Company>
  <LinksUpToDate>false</LinksUpToDate>
  <SharedDoc>false</SharedDoc>
  <HyperlinksChanged>false</HyperlinksChanged>
  <AppVersion>14.0000</AppVersion>
  <Manager>Nick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鼎新電腦  蔡慧君2685</dc:creator>
  <cp:lastModifiedBy>Asus</cp:lastModifiedBy>
  <cp:revision>688</cp:revision>
  <cp:lastPrinted>1996-03-05T21:54:00Z</cp:lastPrinted>
  <dcterms:created xsi:type="dcterms:W3CDTF">2000-04-12T03:36:00Z</dcterms:created>
  <dcterms:modified xsi:type="dcterms:W3CDTF">2023-05-16T08:59:21Z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1028-11.8.2.8378</vt:lpwstr>
  </property>
</Properties>
</file>