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notesMasterIdLst>
    <p:notesMasterId r:id="rId26"/>
  </p:notesMasterIdLst>
  <p:sldIdLst>
    <p:sldId id="305" r:id="rId4"/>
    <p:sldId id="306" r:id="rId5"/>
    <p:sldId id="307" r:id="rId6"/>
    <p:sldId id="308" r:id="rId7"/>
    <p:sldId id="309" r:id="rId8"/>
    <p:sldId id="324" r:id="rId9"/>
    <p:sldId id="310" r:id="rId10"/>
    <p:sldId id="311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5" r:id="rId22"/>
    <p:sldId id="326" r:id="rId23"/>
    <p:sldId id="327" r:id="rId24"/>
    <p:sldId id="328" r:id="rId25"/>
  </p:sldIdLst>
  <p:sldSz cx="9144000" cy="5144135" type="screen16x9"/>
  <p:notesSz cx="6858000" cy="9144000"/>
  <p:defaultTextStyle>
    <a:defPPr>
      <a:defRPr lang="zh-TW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未知的使用者134" initials="未知的使用者134" lastIdx="1" clrIdx="0"/>
  <p:cmAuthor id="757" name="未知用户381" initials="未" lastIdx="1" clrIdx="0"/>
  <p:cmAuthor id="1" name="Johnny Hsieh" initials="J" lastIdx="1" clrIdx="0"/>
  <p:cmAuthor id="758" name="未知用户382" initials="未" lastIdx="1" clrIdx="0"/>
  <p:cmAuthor id="2" name="未知用户6" initials="未" lastIdx="1" clrIdx="0"/>
  <p:cmAuthor id="759" name="未知用户383" initials="未" lastIdx="1" clrIdx="0"/>
  <p:cmAuthor id="3" name="rita" initials="r" lastIdx="1" clrIdx="1"/>
  <p:cmAuthor id="760" name="未知用户384" initials="未" lastIdx="1" clrIdx="0"/>
  <p:cmAuthor id="4" name="Cindy-NB" initials="C" lastIdx="1" clrIdx="0"/>
  <p:cmAuthor id="5" name="Louis Lu" initials="L" lastIdx="5" clrIdx="1"/>
  <p:cmAuthor id="762" name="未知用户385" initials="未" lastIdx="2" clrIdx="0"/>
  <p:cmAuthor id="6" name="未知用户4" initials="未" lastIdx="1" clrIdx="0"/>
  <p:cmAuthor id="763" name="未知用户386" initials="未" lastIdx="1" clrIdx="1"/>
  <p:cmAuthor id="7" name="Kevin Hu" initials="K" lastIdx="1" clrIdx="0"/>
  <p:cmAuthor id="764" name="未知用户429" initials="未" lastIdx="1" clrIdx="0"/>
  <p:cmAuthor id="8" name="Neno Loje" initials="N" lastIdx="1" clrIdx="0"/>
  <p:cmAuthor id="765" name="未知用户348" initials="未" lastIdx="1" clrIdx="0"/>
  <p:cmAuthor id="9" name="Unknown User1" initials="U" lastIdx="1" clrIdx="0"/>
  <p:cmAuthor id="766" name="未知用户430" initials="未" lastIdx="2" clrIdx="0"/>
  <p:cmAuthor id="10" name="elfinhsu" initials="e" lastIdx="1" clrIdx="0"/>
  <p:cmAuthor id="767" name="未知用户389" initials="未" lastIdx="1" clrIdx="0"/>
  <p:cmAuthor id="11" name="未知用户1" initials="未" lastIdx="1" clrIdx="0"/>
  <p:cmAuthor id="768" name="未知用户350" initials="未" lastIdx="1" clrIdx="0"/>
  <p:cmAuthor id="12" name="未知的使用者4" initials="未" lastIdx="1" clrIdx="0"/>
  <p:cmAuthor id="769" name="未知用户431" initials="未" lastIdx="1" clrIdx="0"/>
  <p:cmAuthor id="13" name="未知的使用者2" initials="未" lastIdx="1" clrIdx="0"/>
  <p:cmAuthor id="770" name="未知用户351" initials="未" lastIdx="8" clrIdx="0"/>
  <p:cmAuthor id="14" name="未知的使用者10" initials="未" lastIdx="1" clrIdx="0"/>
  <p:cmAuthor id="771" name="未知用户432" initials="未" lastIdx="1" clrIdx="0"/>
  <p:cmAuthor id="15" name="未知用户12" initials="未" lastIdx="8" clrIdx="0"/>
  <p:cmAuthor id="772" name="未知用户392" initials="未" lastIdx="1" clrIdx="0"/>
  <p:cmAuthor id="16" name="未知用户13" initials="未" lastIdx="1" clrIdx="0"/>
  <p:cmAuthor id="773" name="未知用户433" initials="未" lastIdx="1" clrIdx="0"/>
  <p:cmAuthor id="17" name="未知用户14" initials="未" lastIdx="1" clrIdx="0"/>
  <p:cmAuthor id="774" name="未知用户434" initials="未" lastIdx="1" clrIdx="0"/>
  <p:cmAuthor id="18" name="未知的使用者7" initials="未" lastIdx="1" clrIdx="0"/>
  <p:cmAuthor id="775" name="未知用户393" initials="未" lastIdx="11" clrIdx="0"/>
  <p:cmAuthor id="19" name="未知用户8" initials="未" lastIdx="1" clrIdx="0"/>
  <p:cmAuthor id="776" name="未知用户435" initials="未" lastIdx="7" clrIdx="1"/>
  <p:cmAuthor id="20" name="未知用户9" initials="未" lastIdx="1" clrIdx="0"/>
  <p:cmAuthor id="777" name="未知用户356" initials="未" lastIdx="1" clrIdx="2"/>
  <p:cmAuthor id="21" name="微软用户" initials="微" lastIdx="1" clrIdx="0"/>
  <p:cmAuthor id="778" name="未知用户436" initials="未" lastIdx="1" clrIdx="0"/>
  <p:cmAuthor id="22" name="未知的使用者6" initials="未" lastIdx="1" clrIdx="0"/>
  <p:cmAuthor id="779" name="未知用户396" initials="未" lastIdx="1" clrIdx="0"/>
  <p:cmAuthor id="23" name="August" initials="A" lastIdx="1" clrIdx="0"/>
  <p:cmAuthor id="780" name="未知用户437" initials="未" lastIdx="1" clrIdx="1"/>
  <p:cmAuthor id="24" name="未知用户343" initials="未" lastIdx="1" clrIdx="0"/>
  <p:cmAuthor id="781" name="未知用户397" initials="未" lastIdx="1" clrIdx="0"/>
  <p:cmAuthor id="25" name="未知的使用者19" initials="未" lastIdx="8" clrIdx="0"/>
  <p:cmAuthor id="782" name="未知用户419" initials="未" lastIdx="1" clrIdx="0"/>
  <p:cmAuthor id="26" name="未知的使用者20" initials="未" lastIdx="1" clrIdx="0"/>
  <p:cmAuthor id="783" name="未知用户399" initials="未" lastIdx="2" clrIdx="0"/>
  <p:cmAuthor id="27" name="未知的使用者21" initials="未" lastIdx="1" clrIdx="0"/>
  <p:cmAuthor id="784" name="未知用户438" initials="未" lastIdx="7" clrIdx="1"/>
  <p:cmAuthor id="28" name="未知的使用者17" initials="未" lastIdx="8" clrIdx="0"/>
  <p:cmAuthor id="785" name="未知用户401" initials="未" lastIdx="43" clrIdx="1"/>
  <p:cmAuthor id="29" name="未知的使用者18" initials="未" lastIdx="1" clrIdx="0"/>
  <p:cmAuthor id="786" name="未知用户402" initials="未" lastIdx="1" clrIdx="0"/>
  <p:cmAuthor id="30" name="未知的使用者15" initials="未" lastIdx="1" clrIdx="0"/>
  <p:cmAuthor id="787" name="未知用户403" initials="未" lastIdx="1" clrIdx="0"/>
  <p:cmAuthor id="31" name="Deanna Schuler (Bookey Consulting)" initials="D" lastIdx="2" clrIdx="0"/>
  <p:cmAuthor id="788" name="未知用户327" initials="未" lastIdx="1" clrIdx="0"/>
  <p:cmAuthor id="32" name="Wenwen" initials="W" lastIdx="1" clrIdx="1"/>
  <p:cmAuthor id="789" name="未知用户404" initials="未" lastIdx="1" clrIdx="0"/>
  <p:cmAuthor id="33" name="Administrator" initials="A" lastIdx="1" clrIdx="0"/>
  <p:cmAuthor id="790" name="未知用户405" initials="未" lastIdx="1" clrIdx="0"/>
  <p:cmAuthor id="34" name="未知的使用者100" initials="未" lastIdx="0" clrIdx="1"/>
  <p:cmAuthor id="791" name="未知用户439" initials="未" lastIdx="2" clrIdx="0"/>
  <p:cmAuthor id="792" name="未知用户406" initials="未" lastIdx="0" clrIdx="0"/>
  <p:cmAuthor id="36" name="未知用户15" initials="未" lastIdx="0" clrIdx="1"/>
  <p:cmAuthor id="793" name="未知用户440" initials="未" lastIdx="1" clrIdx="0"/>
  <p:cmAuthor id="37" name="庆芳 许" initials="庆芳" lastIdx="1" clrIdx="2"/>
  <p:cmAuthor id="794" name="未知用户441" initials="未" lastIdx="1" clrIdx="0"/>
  <p:cmAuthor id="38" name="hu yan" initials="hy" lastIdx="1" clrIdx="3"/>
  <p:cmAuthor id="795" name="未知用户442" initials="未" lastIdx="1" clrIdx="0"/>
  <p:cmAuthor id="796" name="未知用户409" initials="未" lastIdx="2" clrIdx="2"/>
  <p:cmAuthor id="40" name="未知的使用者11" initials="未" lastIdx="1" clrIdx="0"/>
  <p:cmAuthor id="797" name="未知用户443" initials="未" lastIdx="1" clrIdx="0"/>
  <p:cmAuthor id="41" name="Unknown User7" initials="U" lastIdx="1" clrIdx="0"/>
  <p:cmAuthor id="798" name="未知用户411" initials="未" lastIdx="3" clrIdx="1"/>
  <p:cmAuthor id="42" name="Unknown User8" initials="U" lastIdx="1" clrIdx="0"/>
  <p:cmAuthor id="799" name="未知用户444" initials="未" lastIdx="6" clrIdx="0"/>
  <p:cmAuthor id="43" name="未知的使用者8" initials="未" lastIdx="1" clrIdx="0"/>
  <p:cmAuthor id="800" name="未知用户413" initials="未" lastIdx="1" clrIdx="1"/>
  <p:cmAuthor id="44" name="未知用户19" initials="未" lastIdx="1" clrIdx="0"/>
  <p:cmAuthor id="801" name="未知用户445" initials="未" lastIdx="1" clrIdx="0"/>
  <p:cmAuthor id="45" name="未知的使用者51" initials="未" lastIdx="10" clrIdx="0"/>
  <p:cmAuthor id="802" name="未知用户446" initials="未" lastIdx="1" clrIdx="0"/>
  <p:cmAuthor id="46" name="未知的使用者53" initials="未" lastIdx="1" clrIdx="0"/>
  <p:cmAuthor id="803" name="未知用户447" initials="未" lastIdx="1" clrIdx="0"/>
  <p:cmAuthor id="47" name="未知的使用者46" initials="未" lastIdx="1" clrIdx="1"/>
  <p:cmAuthor id="804" name="未知用户448" initials="未" lastIdx="1" clrIdx="0"/>
  <p:cmAuthor id="48" name="未知用户2" initials="未" lastIdx="1" clrIdx="0"/>
  <p:cmAuthor id="805" name="未知用户333" initials="未" lastIdx="1" clrIdx="0"/>
  <p:cmAuthor id="49" name="未知的使用者24" initials="未" lastIdx="8" clrIdx="0"/>
  <p:cmAuthor id="806" name="未知用户417" initials="未" lastIdx="1" clrIdx="0"/>
  <p:cmAuthor id="50" name="未知的使用者25" initials="未" lastIdx="1" clrIdx="0"/>
  <p:cmAuthor id="807" name="未知用户449" initials="未" lastIdx="1" clrIdx="0"/>
  <p:cmAuthor id="51" name="未知的使用者26" initials="未" lastIdx="1" clrIdx="0"/>
  <p:cmAuthor id="808" name="未知用户418" initials="未" lastIdx="1" clrIdx="0"/>
  <p:cmAuthor id="52" name="未知的使用者27" initials="未" lastIdx="8" clrIdx="0"/>
  <p:cmAuthor id="809" name="未知用户450" initials="未" lastIdx="6" clrIdx="0"/>
  <p:cmAuthor id="53" name="未知的使用者28" initials="未" lastIdx="1" clrIdx="0"/>
  <p:cmAuthor id="810" name="未知用户423" initials="未" lastIdx="0" clrIdx="0"/>
  <p:cmAuthor id="54" name="未知的使用者29" initials="未" lastIdx="1" clrIdx="0"/>
  <p:cmAuthor id="811" name="未知用户424" initials="未" lastIdx="5" clrIdx="0"/>
  <p:cmAuthor id="55" name="Jason Wang" initials="J" lastIdx="1" clrIdx="0"/>
  <p:cmAuthor id="812" name="未知用户425" initials="未" lastIdx="3" clrIdx="1"/>
  <p:cmAuthor id="56" name="未知用户5" initials="未" lastIdx="1" clrIdx="0"/>
  <p:cmAuthor id="813" name="未知用户451" initials="未" lastIdx="1" clrIdx="0"/>
  <p:cmAuthor id="57" name="未知的使用者9" initials="未" lastIdx="1" clrIdx="0"/>
  <p:cmAuthor id="814" name="未知用户452" initials="未" lastIdx="1" clrIdx="0"/>
  <p:cmAuthor id="58" name="王鹏凯" initials="王" lastIdx="1" clrIdx="0"/>
  <p:cmAuthor id="815" name="未知用户453" initials="未" lastIdx="1" clrIdx="0"/>
  <p:cmAuthor id="816" name="未知用户454" initials="未" lastIdx="1" clrIdx="2"/>
  <p:cmAuthor id="60" name="Saku Uchikawa" initials="S" lastIdx="11" clrIdx="0"/>
  <p:cmAuthor id="817" name="未知用户455" initials="未" lastIdx="1" clrIdx="0"/>
  <p:cmAuthor id="61" name="未知的使用者3" initials="未" lastIdx="7" clrIdx="1"/>
  <p:cmAuthor id="818" name="未知用户456" initials="未" lastIdx="1" clrIdx="0"/>
  <p:cmAuthor id="62" name="張秀娟" initials="張" lastIdx="1" clrIdx="2"/>
  <p:cmAuthor id="819" name="未知用户457" initials="未" lastIdx="10" clrIdx="0"/>
  <p:cmAuthor id="63" name="未知的使用者34" initials="未" lastIdx="1" clrIdx="0"/>
  <p:cmAuthor id="820" name="未知用户458" initials="未" lastIdx="1" clrIdx="0"/>
  <p:cmAuthor id="64" name="未知的使用者35" initials="未" lastIdx="1" clrIdx="0"/>
  <p:cmAuthor id="65" name="未知的使用者30" initials="未" lastIdx="8" clrIdx="0"/>
  <p:cmAuthor id="66" name="未知的使用者31" initials="未" lastIdx="1" clrIdx="0"/>
  <p:cmAuthor id="67" name="未知的使用者32" initials="未" lastIdx="1" clrIdx="0"/>
  <p:cmAuthor id="68" name="未知的使用者22" initials="未" lastIdx="8" clrIdx="0"/>
  <p:cmAuthor id="69" name="未知的使用者23" initials="未" lastIdx="1" clrIdx="0"/>
  <p:cmAuthor id="70" name="LeeElva" initials="L" lastIdx="1" clrIdx="0"/>
  <p:cmAuthor id="71" name="未知用户22" initials="未" lastIdx="1" clrIdx="0"/>
  <p:cmAuthor id="72" name="未知用户24" initials="未" lastIdx="1" clrIdx="0"/>
  <p:cmAuthor id="73" name="未知用户66" initials="未" lastIdx="1" clrIdx="0"/>
  <p:cmAuthor id="74" name="未知用户67" initials="未" lastIdx="1" clrIdx="0"/>
  <p:cmAuthor id="75" name="未知用户62" initials="未" lastIdx="1" clrIdx="1"/>
  <p:cmAuthor id="76" name="P00035_jeremy" initials="P" lastIdx="1" clrIdx="0"/>
  <p:cmAuthor id="77" name="朱晓瑜" initials="朱" lastIdx="54" clrIdx="0"/>
  <p:cmAuthor id="78" name="djj" initials="d" lastIdx="2" clrIdx="0"/>
  <p:cmAuthor id="79" name="lianghb" initials="l" lastIdx="19" clrIdx="0"/>
  <p:cmAuthor id="80" name="linyd" initials="l" lastIdx="3" clrIdx="1"/>
  <p:cmAuthor id="81" name="muzi wei" initials="m" lastIdx="1" clrIdx="0"/>
  <p:cmAuthor id="82" name="Windows 用户" initials="W" lastIdx="1" clrIdx="0"/>
  <p:cmAuthor id="83" name="未知用户56" initials="未" lastIdx="1" clrIdx="0"/>
  <p:cmAuthor id="84" name="未知用户55" initials="未" lastIdx="1" clrIdx="0"/>
  <p:cmAuthor id="85" name="未知用户51" initials="未" lastIdx="1" clrIdx="1"/>
  <p:cmAuthor id="86" name="未知的使用者16" initials="未" lastIdx="8" clrIdx="0"/>
  <p:cmAuthor id="87" name="Shawna Strickland" initials="S" lastIdx="2" clrIdx="0"/>
  <p:cmAuthor id="88" name="Ashley Eberenz" initials="A" lastIdx="7" clrIdx="1"/>
  <p:cmAuthor id="89" name="Mary Feil-Jacobs" initials="M" lastIdx="43" clrIdx="1"/>
  <p:cmAuthor id="90" name="未知用户81" initials="未" lastIdx="1" clrIdx="0"/>
  <p:cmAuthor id="91" name="未知用户82" initials="未" lastIdx="1" clrIdx="0"/>
  <p:cmAuthor id="92" name="未知用户83" initials="未" lastIdx="1" clrIdx="1"/>
  <p:cmAuthor id="93" name="未知的使用者67" initials="未" lastIdx="1" clrIdx="0"/>
  <p:cmAuthor id="94" name="未知的使用者68" initials="未" lastIdx="1" clrIdx="0"/>
  <p:cmAuthor id="95" name="未知的使用者69" initials="未" lastIdx="1" clrIdx="1"/>
  <p:cmAuthor id="96" name="未知的使用者56" initials="未" lastIdx="1" clrIdx="0"/>
  <p:cmAuthor id="97" name="未知的使用者55" initials="未" lastIdx="1" clrIdx="0"/>
  <p:cmAuthor id="98" name="未知的使用者52" initials="未" lastIdx="1" clrIdx="1"/>
  <p:cmAuthor id="99" name="未知的使用者72" initials="未" lastIdx="1" clrIdx="0"/>
  <p:cmAuthor id="100" name="未知的使用者74" initials="未" lastIdx="1" clrIdx="0"/>
  <p:cmAuthor id="101" name="未知的使用者71" initials="未" lastIdx="1" clrIdx="1"/>
  <p:cmAuthor id="102" name="P1063cindychen" initials="P" lastIdx="6" clrIdx="0"/>
  <p:cmAuthor id="103" name="Daniel Wuu" initials="D" lastIdx="1" clrIdx="0"/>
  <p:cmAuthor id="104" name="px" initials="p" lastIdx="3" clrIdx="1"/>
  <p:cmAuthor id="105" name="LiuHui" initials="L" lastIdx="1" clrIdx="0"/>
  <p:cmAuthor id="106" name="AbuSina" initials="A" lastIdx="2" clrIdx="0"/>
  <p:cmAuthor id="107" name="Sky123.Org" initials="S" lastIdx="1" clrIdx="0"/>
  <p:cmAuthor id="108" name="周元元" initials="周" lastIdx="5" clrIdx="0"/>
  <p:cmAuthor id="109" name="未知用户18" initials="未" lastIdx="10" clrIdx="0"/>
  <p:cmAuthor id="110" name="未知用户21" initials="未" lastIdx="1" clrIdx="0"/>
  <p:cmAuthor id="111" name="YUMINGNJ" initials="Y" lastIdx="3" clrIdx="0"/>
  <p:cmAuthor id="112" name="daphne" initials="d" lastIdx="1" clrIdx="0"/>
  <p:cmAuthor id="113" name="qiantong" initials="q" lastIdx="3" clrIdx="1"/>
  <p:cmAuthor id="114" name="116304" initials="1" lastIdx="1" clrIdx="1"/>
  <p:cmAuthor id="115" name="未知的使用者13" initials="未" lastIdx="1" clrIdx="0"/>
  <p:cmAuthor id="116" name="未知的使用者14" initials="未" lastIdx="2" clrIdx="0"/>
  <p:cmAuthor id="117" name="廖麗華" initials="廖" lastIdx="1" clrIdx="0"/>
  <p:cmAuthor id="118" name="未知的使用者12" initials="未" lastIdx="1" clrIdx="0"/>
  <p:cmAuthor id="119" name="qihua-DCMS" initials="q" lastIdx="0" clrIdx="0"/>
  <p:cmAuthor id="120" name="yuanzh" initials="y" lastIdx="1" clrIdx="1"/>
  <p:cmAuthor id="121" name="曾红" initials="曾" lastIdx="0" clrIdx="0"/>
  <p:cmAuthor id="122" name="未知用户16" initials="未" lastIdx="1" clrIdx="0"/>
  <p:cmAuthor id="123" name="未知用户17" initials="未" lastIdx="0" clrIdx="1"/>
  <p:cmAuthor id="124" name="mm" initials="m" lastIdx="1" clrIdx="0"/>
  <p:cmAuthor id="125" name="liupeng" initials="l" lastIdx="1" clrIdx="1"/>
  <p:cmAuthor id="126" name="周宏達JerryChou" initials="周" lastIdx="6" clrIdx="2"/>
  <p:cmAuthor id="127" name="luxu" initials="l" lastIdx="22" clrIdx="0"/>
  <p:cmAuthor id="128" name="hl sun" initials="h" lastIdx="1" clrIdx="0"/>
  <p:cmAuthor id="129" name="不明使用者20" initials="不" lastIdx="1" clrIdx="0"/>
  <p:cmAuthor id="130" name="不明使用者21" initials="不" lastIdx="1" clrIdx="0"/>
  <p:cmAuthor id="131" name="不明使用者18" initials="不" lastIdx="0" clrIdx="1"/>
  <p:cmAuthor id="132" name="不明使用者19" initials="不" lastIdx="1" clrIdx="0"/>
  <p:cmAuthor id="133" name="yuexuejun" initials="y" lastIdx="3" clrIdx="0"/>
  <p:cmAuthor id="134" name="未知的使用者76" initials="未" lastIdx="1" clrIdx="0"/>
  <p:cmAuthor id="135" name="未知的使用者70" initials="未" lastIdx="1" clrIdx="0"/>
  <p:cmAuthor id="136" name="未知的使用者73" initials="未" lastIdx="1" clrIdx="0"/>
  <p:cmAuthor id="137" name="未知用户57" initials="未" lastIdx="1" clrIdx="0"/>
  <p:cmAuthor id="138" name="未知用户58" initials="未" lastIdx="5" clrIdx="1"/>
  <p:cmAuthor id="139" name="未知用户59" initials="未" lastIdx="0" clrIdx="1"/>
  <p:cmAuthor id="140" name="Christina" initials="C" lastIdx="0" clrIdx="0"/>
  <p:cmAuthor id="141" name="jet" initials="j" lastIdx="1" clrIdx="0"/>
  <p:cmAuthor id="142" name="未知用户103" initials="未" lastIdx="1" clrIdx="0"/>
  <p:cmAuthor id="143" name="未知用户104" initials="未" lastIdx="1" clrIdx="0"/>
  <p:cmAuthor id="144" name="未知用户102" initials="未" lastIdx="1" clrIdx="1"/>
  <p:cmAuthor id="145" name="未知用户99" initials="未" lastIdx="1" clrIdx="0"/>
  <p:cmAuthor id="146" name="未知的使用者95" initials="未" lastIdx="1" clrIdx="0"/>
  <p:cmAuthor id="147" name="未知的使用者92" initials="未" lastIdx="1" clrIdx="0"/>
  <p:cmAuthor id="148" name="未知的使用者93" initials="未" lastIdx="1" clrIdx="1"/>
  <p:cmAuthor id="149" name="未知的使用者94" initials="未" lastIdx="1" clrIdx="2"/>
  <p:cmAuthor id="150" name="未知的使用者119" initials="未" lastIdx="1" clrIdx="0"/>
  <p:cmAuthor id="151" name="未知的使用者120" initials="未" lastIdx="1" clrIdx="0"/>
  <p:cmAuthor id="152" name="未知的使用者121" initials="未" lastIdx="1" clrIdx="1"/>
  <p:cmAuthor id="153" name="未知的使用者111" initials="未" lastIdx="1" clrIdx="2"/>
  <p:cmAuthor id="154" name="未知用户114" initials="未" lastIdx="1" clrIdx="0"/>
  <p:cmAuthor id="155" name="未知用户115" initials="未" lastIdx="1" clrIdx="0"/>
  <p:cmAuthor id="156" name="未知用户116" initials="未" lastIdx="1" clrIdx="1"/>
  <p:cmAuthor id="157" name="未知用户117" initials="未" lastIdx="1" clrIdx="2"/>
  <p:cmAuthor id="158" name="未知用户61" initials="未" lastIdx="8" clrIdx="0"/>
  <p:cmAuthor id="159" name="未知用户60" initials="未" lastIdx="1" clrIdx="0"/>
  <p:cmAuthor id="160" name="未知用户123" initials="未" lastIdx="1" clrIdx="0"/>
  <p:cmAuthor id="161" name="未知用户124" initials="未" lastIdx="1" clrIdx="0"/>
  <p:cmAuthor id="162" name="未知用户125" initials="未" lastIdx="1" clrIdx="1"/>
  <p:cmAuthor id="163" name="未知用户126" initials="未" lastIdx="1" clrIdx="0"/>
  <p:cmAuthor id="164" name="未知用户63" initials="未" lastIdx="1" clrIdx="1"/>
  <p:cmAuthor id="165" name="未知用户84" initials="未" lastIdx="1" clrIdx="0"/>
  <p:cmAuthor id="166" name="未知用户105" initials="未" lastIdx="1" clrIdx="0"/>
  <p:cmAuthor id="167" name="未知用户106" initials="未" lastIdx="1" clrIdx="0"/>
  <p:cmAuthor id="168" name="未知用户107" initials="未" lastIdx="1" clrIdx="1"/>
  <p:cmAuthor id="169" name="未知用户108" initials="未" lastIdx="1" clrIdx="0"/>
  <p:cmAuthor id="170" name="Unknown User69" initials="U" lastIdx="8" clrIdx="0"/>
  <p:cmAuthor id="171" name="未知用户186" initials="未" lastIdx="1" clrIdx="0"/>
  <p:cmAuthor id="172" name="thomas" initials="t" lastIdx="1" clrIdx="49"/>
  <p:cmAuthor id="173" name="唐可欣" initials="唐" lastIdx="1" clrIdx="0"/>
  <p:cmAuthor id="174" name="未知的使用者33" initials="未" lastIdx="1" clrIdx="0"/>
  <p:cmAuthor id="175" name="Ted Su" initials="T" lastIdx="1" clrIdx="78"/>
  <p:cmAuthor id="176" name="未知的使用者110" initials="未" lastIdx="1" clrIdx="0"/>
  <p:cmAuthor id="178" name="未知的使用者223" initials="未" lastIdx="1" clrIdx="1"/>
  <p:cmAuthor id="179" name="未知用户85" initials="未" lastIdx="1" clrIdx="0"/>
  <p:cmAuthor id="180" name="R affer" initials="R" lastIdx="1" clrIdx="0"/>
  <p:cmAuthor id="181" name="未知用户86" initials="未" lastIdx="1" clrIdx="0"/>
  <p:cmAuthor id="182" name="未知用户129" initials="未" lastIdx="1" clrIdx="0"/>
  <p:cmAuthor id="183" name="未知用户127" initials="未" lastIdx="1" clrIdx="1"/>
  <p:cmAuthor id="184" name="未知用户128" initials="未" lastIdx="1" clrIdx="2"/>
  <p:cmAuthor id="185" name="shinin" initials="s" lastIdx="2" clrIdx="0"/>
  <p:cmAuthor id="186" name="未知用户109" initials="未" lastIdx="1" clrIdx="1"/>
  <p:cmAuthor id="187" name="未知的使用者41" initials="未" lastIdx="1" clrIdx="0"/>
  <p:cmAuthor id="188" name="Unknown User28" initials="U" lastIdx="3" clrIdx="1"/>
  <p:cmAuthor id="189" name="未知用户10" initials="未知用户10" lastIdx="1" clrIdx="1"/>
  <p:cmAuthor id="190" name="未知用户11" initials="未知用户11" lastIdx="1" clrIdx="0"/>
  <p:cmAuthor id="191" name="Unknown User117" initials="U" lastIdx="10" clrIdx="0"/>
  <p:cmAuthor id="192" name="Unknown User63" initials="U" lastIdx="8" clrIdx="0"/>
  <p:cmAuthor id="193" name="Unknown User115" initials="U" lastIdx="10" clrIdx="0"/>
  <p:cmAuthor id="194" name="Unknown User116" initials="U" lastIdx="0" clrIdx="1"/>
  <p:cmAuthor id="195" name="Unknown User65" initials="U" lastIdx="1" clrIdx="0"/>
  <p:cmAuthor id="196" name="Unknown User66" initials="U" lastIdx="1" clrIdx="0"/>
  <p:cmAuthor id="197" name="Unknown User67" initials="U" lastIdx="1" clrIdx="0"/>
  <p:cmAuthor id="198" name="未知的使用者156" initials="未" lastIdx="1" clrIdx="0"/>
  <p:cmAuthor id="199" name="未知的使用者138" initials="未" lastIdx="1" clrIdx="1"/>
  <p:cmAuthor id="200" name="Unknown User70" initials="U" lastIdx="1" clrIdx="0"/>
  <p:cmAuthor id="201" name="未知的使用者112" initials="未" lastIdx="1" clrIdx="1"/>
  <p:cmAuthor id="202" name="未知的使用者113" initials="未" lastIdx="1" clrIdx="2"/>
  <p:cmAuthor id="203" name="未知的使用者117" initials="未" lastIdx="1" clrIdx="0"/>
  <p:cmAuthor id="204" name="未知的使用者118" initials="未" lastIdx="1" clrIdx="0"/>
  <p:cmAuthor id="205" name="未知的使用者115" initials="未" lastIdx="1" clrIdx="1"/>
  <p:cmAuthor id="206" name="clinchen" initials="c" lastIdx="0" clrIdx="1"/>
  <p:cmAuthor id="207" name="Unknown User68" initials="U" lastIdx="1" clrIdx="0"/>
  <p:cmAuthor id="208" name="hanjuncompany" initials="h" lastIdx="1" clrIdx="0"/>
  <p:cmAuthor id="209" name="未知用户3" initials="未" lastIdx="1" clrIdx="0"/>
  <p:cmAuthor id="210" name="kathy chen" initials="k" lastIdx="3" clrIdx="0"/>
  <p:cmAuthor id="211" name="未知的使用者63" initials="未" lastIdx="1" clrIdx="0"/>
  <p:cmAuthor id="212" name="未知的使用者64" initials="未" lastIdx="3" clrIdx="1"/>
  <p:cmAuthor id="213" name="未知的使用者48" initials="未" lastIdx="1" clrIdx="0"/>
  <p:cmAuthor id="214" name="未知的使用者47" initials="未" lastIdx="1" clrIdx="0"/>
  <p:cmAuthor id="215" name="未知的使用者49" initials="未" lastIdx="1" clrIdx="0"/>
  <p:cmAuthor id="216" name="未知的使用者60" initials="未" lastIdx="8" clrIdx="0"/>
  <p:cmAuthor id="217" name="未知的使用者59" initials="未" lastIdx="1" clrIdx="0"/>
  <p:cmAuthor id="218" name="未知的使用者57" initials="未" lastIdx="1" clrIdx="0"/>
  <p:cmAuthor id="219" name="未知的使用者54" initials="未" lastIdx="1" clrIdx="0"/>
  <p:cmAuthor id="220" name="未知的使用者66" initials="未" lastIdx="8" clrIdx="0"/>
  <p:cmAuthor id="221" name="未知的使用者65" initials="未" lastIdx="1" clrIdx="0"/>
  <p:cmAuthor id="222" name="maxine" initials="m" lastIdx="0" clrIdx="0"/>
  <p:cmAuthor id="223" name="未知的使用者43" initials="未" lastIdx="1" clrIdx="0"/>
  <p:cmAuthor id="224" name="未知的使用者40" initials="未" lastIdx="1" clrIdx="0"/>
  <p:cmAuthor id="225" name="未知的使用者105" initials="未" lastIdx="1" clrIdx="0"/>
  <p:cmAuthor id="226" name="未知的使用者106" initials="未" lastIdx="3" clrIdx="1"/>
  <p:cmAuthor id="227" name="未知的使用者107" initials="未" lastIdx="1" clrIdx="1"/>
  <p:cmAuthor id="228" name="未知的使用者108" initials="未" lastIdx="1" clrIdx="0"/>
  <p:cmAuthor id="229" name="未知的使用者86" initials="未" lastIdx="1" clrIdx="0"/>
  <p:cmAuthor id="230" name="未知的使用者103" initials="未" lastIdx="8" clrIdx="0"/>
  <p:cmAuthor id="231" name="未知的使用者104" initials="未" lastIdx="1" clrIdx="0"/>
  <p:cmAuthor id="232" name="未知的使用者98" initials="未" lastIdx="1" clrIdx="0"/>
  <p:cmAuthor id="233" name="未知的使用者116" initials="未" lastIdx="1" clrIdx="1"/>
  <p:cmAuthor id="234" name="未知的使用者42" initials="未" lastIdx="8" clrIdx="0"/>
  <p:cmAuthor id="235" name="未知的使用者44" initials="未" lastIdx="1" clrIdx="0"/>
  <p:cmAuthor id="236" name="未知的使用者36" initials="未" lastIdx="8" clrIdx="0"/>
  <p:cmAuthor id="237" name="未知的使用者37" initials="未" lastIdx="1" clrIdx="0"/>
  <p:cmAuthor id="238" name="未知的使用者38" initials="未" lastIdx="1" clrIdx="0"/>
  <p:cmAuthor id="239" name="未知的使用者45" initials="未" lastIdx="8" clrIdx="0"/>
  <p:cmAuthor id="240" name="未知的使用者126" initials="未" lastIdx="1" clrIdx="0"/>
  <p:cmAuthor id="241" name="未知的使用者127" initials="未" lastIdx="3" clrIdx="1"/>
  <p:cmAuthor id="242" name="未知的使用者128" initials="未" lastIdx="1" clrIdx="1"/>
  <p:cmAuthor id="243" name="未知的使用者124" initials="未" lastIdx="1" clrIdx="0"/>
  <p:cmAuthor id="244" name="未知的使用者125" initials="未" lastIdx="1" clrIdx="0"/>
  <p:cmAuthor id="245" name="Sara Chen" initials="S" lastIdx="1" clrIdx="0"/>
  <p:cmAuthor id="246" name="huang gerrard" initials="h" lastIdx="1" clrIdx="0"/>
  <p:cmAuthor id="247" name="未知用户170" initials="未" lastIdx="1" clrIdx="0"/>
  <p:cmAuthor id="248" name="未知用户171" initials="未" lastIdx="5" clrIdx="1"/>
  <p:cmAuthor id="249" name="未知用户172" initials="未" lastIdx="1" clrIdx="1"/>
  <p:cmAuthor id="250" name="未知用户173" initials="未" lastIdx="1" clrIdx="0"/>
  <p:cmAuthor id="251" name="未知用户149" initials="未" lastIdx="1" clrIdx="0"/>
  <p:cmAuthor id="252" name="未知用户150" initials="未" lastIdx="1" clrIdx="0"/>
  <p:cmAuthor id="253" name="未知用户151" initials="未" lastIdx="2" clrIdx="0"/>
  <p:cmAuthor id="254" name="未知用户152" initials="未" lastIdx="8" clrIdx="0"/>
  <p:cmAuthor id="255" name="未知用户153" initials="未" lastIdx="8" clrIdx="0"/>
  <p:cmAuthor id="256" name="未知用户154" initials="未" lastIdx="1" clrIdx="0"/>
  <p:cmAuthor id="257" name="未知用户155" initials="未" lastIdx="1" clrIdx="0"/>
  <p:cmAuthor id="258" name="未知用户41" initials="未" lastIdx="8" clrIdx="0"/>
  <p:cmAuthor id="259" name="未知用户44" initials="未" lastIdx="1" clrIdx="0"/>
  <p:cmAuthor id="260" name="未知用户45" initials="未" lastIdx="1" clrIdx="0"/>
  <p:cmAuthor id="261" name="未知用户156" initials="未" lastIdx="10" clrIdx="0"/>
  <p:cmAuthor id="262" name="未知用户64" initials="未" lastIdx="1" clrIdx="0"/>
  <p:cmAuthor id="263" name="未知用户65" initials="未" lastIdx="1" clrIdx="0"/>
  <p:cmAuthor id="264" name="未知用户68" initials="未" lastIdx="1" clrIdx="0"/>
  <p:cmAuthor id="265" name="未知用户69" initials="未" lastIdx="2" clrIdx="0"/>
  <p:cmAuthor id="266" name="James" initials="J" lastIdx="1" clrIdx="0"/>
  <p:cmAuthor id="267" name="未知用户71" initials="未" lastIdx="1" clrIdx="0"/>
  <p:cmAuthor id="268" name="未知用户72" initials="未" lastIdx="1" clrIdx="0"/>
  <p:cmAuthor id="269" name="未知用户73" initials="未" lastIdx="2" clrIdx="0"/>
  <p:cmAuthor id="270" name="未知用户49" initials="未" lastIdx="1" clrIdx="0"/>
  <p:cmAuthor id="271" name="未知用户50" initials="未" lastIdx="1" clrIdx="0"/>
  <p:cmAuthor id="272" name="未知用户52" initials="未" lastIdx="1" clrIdx="0"/>
  <p:cmAuthor id="273" name="MA15" initials="M" lastIdx="1" clrIdx="0"/>
  <p:cmAuthor id="274" name="未知用户47" initials="未" lastIdx="6" clrIdx="0"/>
  <p:cmAuthor id="275" name="未知用户53" initials="未" lastIdx="10" clrIdx="0"/>
  <p:cmAuthor id="276" name="未知用户96" initials="未" lastIdx="1" clrIdx="0"/>
  <p:cmAuthor id="277" name="未知用户48" initials="未" lastIdx="1" clrIdx="0"/>
  <p:cmAuthor id="278" name="未知用户97" initials="未" lastIdx="2" clrIdx="0"/>
  <p:cmAuthor id="279" name="未知用户40" initials="未" lastIdx="5" clrIdx="1"/>
  <p:cmAuthor id="280" name="未知用户43" initials="未" lastIdx="1" clrIdx="0"/>
  <p:cmAuthor id="281" name="未知用户98" initials="未" lastIdx="8" clrIdx="0"/>
  <p:cmAuthor id="282" name="未知用户100" initials="未" lastIdx="1" clrIdx="0"/>
  <p:cmAuthor id="283" name="未知用户101" initials="未" lastIdx="1" clrIdx="0"/>
  <p:cmAuthor id="284" name="x230" initials="x" lastIdx="1" clrIdx="0"/>
  <p:cmAuthor id="287" name="未知用户95" initials="未" lastIdx="1" clrIdx="0"/>
  <p:cmAuthor id="288" name="Evonlin" initials="E" lastIdx="2" clrIdx="2"/>
  <p:cmAuthor id="289" name="未知用户42" initials="未" lastIdx="1" clrIdx="0"/>
  <p:cmAuthor id="290" name="未知的使用者39" initials="未" lastIdx="10" clrIdx="0"/>
  <p:cmAuthor id="291" name="未知的使用者109" initials="未" lastIdx="5" clrIdx="1"/>
  <p:cmAuthor id="292" name="未知的使用者122" initials="未" lastIdx="1" clrIdx="0"/>
  <p:cmAuthor id="293" name="未知的使用者123" initials="未" lastIdx="8" clrIdx="0"/>
  <p:cmAuthor id="294" name="未知用户93" initials="未" lastIdx="1" clrIdx="0"/>
  <p:cmAuthor id="295" name="未知用户90" initials="未" lastIdx="5" clrIdx="1"/>
  <p:cmAuthor id="296" name="未知用户91" initials="未" lastIdx="0" clrIdx="1"/>
  <p:cmAuthor id="297" name="未知用户92" initials="未" lastIdx="1" clrIdx="0"/>
  <p:cmAuthor id="298" name="未知用户74" initials="未" lastIdx="5" clrIdx="1"/>
  <p:cmAuthor id="299" name="未知用户75" initials="未" lastIdx="8" clrIdx="0"/>
  <p:cmAuthor id="300" name="未知用户76" initials="未" lastIdx="1" clrIdx="0"/>
  <p:cmAuthor id="301" name="未知用户77" initials="未" lastIdx="8" clrIdx="0"/>
  <p:cmAuthor id="302" name="未知用户78" initials="未" lastIdx="8" clrIdx="0"/>
  <p:cmAuthor id="303" name="未知用户79" initials="未" lastIdx="1" clrIdx="0"/>
  <p:cmAuthor id="304" name="未知用户80" initials="未" lastIdx="1" clrIdx="0"/>
  <p:cmAuthor id="305" name="未知的使用者50" initials="未" lastIdx="1" clrIdx="0"/>
  <p:cmAuthor id="306" name="Harry xu" initials="H" lastIdx="1" clrIdx="0"/>
  <p:cmAuthor id="307" name="未知的使用者62" initials="未" lastIdx="1" clrIdx="1"/>
  <p:cmAuthor id="308" name="未知的使用者58" initials="未" lastIdx="1" clrIdx="0"/>
  <p:cmAuthor id="309" name="未知用户38" initials="未" lastIdx="8" clrIdx="0"/>
  <p:cmAuthor id="310" name="未知用户28" initials="未知用户28" lastIdx="1" clrIdx="0"/>
  <p:cmAuthor id="311" name="未知用户29" initials="未知用户29" lastIdx="1" clrIdx="2"/>
  <p:cmAuthor id="312" name="未知用户30" initials="未知用户30" lastIdx="2" clrIdx="0"/>
  <p:cmAuthor id="313" name="未知用户31" initials="未知用户31" lastIdx="1" clrIdx="75"/>
  <p:cmAuthor id="314" name="Vicky" initials="V" lastIdx="1" clrIdx="1"/>
  <p:cmAuthor id="315" name="刘云轩" initials="刘" lastIdx="1" clrIdx="0"/>
  <p:cmAuthor id="316" name="sharon" initials="s" lastIdx="1" clrIdx="84"/>
  <p:cmAuthor id="317" name="未知用户32" initials="未知用户32" lastIdx="1" clrIdx="0"/>
  <p:cmAuthor id="318" name="未知用户33" initials="未知用户33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alpha" initials="a" lastIdx="1" clrIdx="0"/>
  <p:cmAuthor id="323" name="未知用户37" initials="未" lastIdx="1" clrIdx="0"/>
  <p:cmAuthor id="324" name="Unknown User22" initials="U" lastIdx="1" clrIdx="0"/>
  <p:cmAuthor id="325" name="Unknown User23" initials="U" lastIdx="1" clrIdx="0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未知用户34" initials="未知用户34" lastIdx="8" clrIdx="0"/>
  <p:cmAuthor id="341" name="未知的使用者155" initials="未" lastIdx="1" clrIdx="0"/>
  <p:cmAuthor id="342" name="未知用户36" initials="未知用户36" lastIdx="1" clrIdx="0"/>
  <p:cmAuthor id="343" name="未知的使用者102" initials="未" lastIdx="5" clrIdx="1"/>
  <p:cmAuthor id="344" name="未知用户26" initials="未" lastIdx="1" clrIdx="0"/>
  <p:cmAuthor id="345" name="仝德志" initials="仝" lastIdx="1" clrIdx="0"/>
  <p:cmAuthor id="346" name="未知用户112" initials="未知用户112" lastIdx="4" clrIdx="0"/>
  <p:cmAuthor id="348" name="未知的使用者169" initials="未" lastIdx="1" clrIdx="0"/>
  <p:cmAuthor id="349" name="未知的使用者183" initials="未" lastIdx="5" clrIdx="1"/>
  <p:cmAuthor id="350" name="未知的使用者182" initials="未" lastIdx="1" clrIdx="1"/>
  <p:cmAuthor id="351" name="未知的使用者173" initials="未" lastIdx="1" clrIdx="0"/>
  <p:cmAuthor id="352" name="針對所選的門市進行小範圍實驗，捕捉驅動績效的關鍵影響因子" initials="針" lastIdx="1" clrIdx="0"/>
  <p:cmAuthor id="353" name="未知的使用者203" initials="未" lastIdx="1" clrIdx="0"/>
  <p:cmAuthor id="354" name="未知的使用者114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未知的使用者227" initials="未" lastIdx="2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用户113" initials="未知用户113" lastIdx="8" clrIdx="0"/>
  <p:cmAuthor id="377" name="未知的使用者149" initials="未" lastIdx="8" clrIdx="0"/>
  <p:cmAuthor id="378" name="未知的使用者150" initials="未" lastIdx="1" clrIdx="0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9" name="Yoyo Wu" initials="Y" lastIdx="2" clrIdx="0"/>
  <p:cmAuthor id="390" name="zhangbin" initials="z" lastIdx="6" clrIdx="0"/>
  <p:cmAuthor id="391" name="单 善" initials="单" lastIdx="1" clrIdx="85"/>
  <p:cmAuthor id="392" name="Unknown User25" initials="U" lastIdx="1" clrIdx="0"/>
  <p:cmAuthor id="393" name="Unknown User26" initials="U" lastIdx="1" clrIdx="1"/>
  <p:cmAuthor id="394" name="Unknown User27" initials="U" lastIdx="1" clrIdx="0"/>
  <p:cmAuthor id="395" name="Unknown User11" initials="U" lastIdx="0" clrIdx="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Unknown User24" initials="U" lastIdx="1" clrIdx="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0" name="未知用户70" initials="未" lastIdx="1" clrIdx="1"/>
  <p:cmAuthor id="421" name="未知的使用者239" initials="" lastIdx="43" clrIdx="1"/>
  <p:cmAuthor id="422" name="未知的使用者136" initials="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8" name="未知的使用者163" initials="未" lastIdx="1" clrIdx="0"/>
  <p:cmAuthor id="439" name="未知的使用者165" initials="未" lastIdx="1" clrIdx="0"/>
  <p:cmAuthor id="440" name="未知的使用者158" initials="未" lastIdx="1" clrIdx="0"/>
  <p:cmAuthor id="441" name="未知的使用者166" initials="未" lastIdx="8" clrIdx="0"/>
  <p:cmAuthor id="442" name="未知的使用者167" initials="未" lastIdx="0" clrIdx="1"/>
  <p:cmAuthor id="443" name="未知的使用者159" initials="未" lastIdx="1" clrIdx="1"/>
  <p:cmAuthor id="444" name="未知的使用者160" initials="未" lastIdx="1" clrIdx="0"/>
  <p:cmAuthor id="445" name="未知的使用者168" initials="未" lastIdx="1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21" name="未知用户268" initials="未" lastIdx="1" clrIdx="0"/>
  <p:cmAuthor id="522" name="未知用户269" initials="未" lastIdx="2" clrIdx="0"/>
  <p:cmAuthor id="524" name="未知用户250" initials="未" lastIdx="0" clrIdx="0"/>
  <p:cmAuthor id="525" name="未知的使用者1" initials="未" lastIdx="1" clrIdx="0"/>
  <p:cmAuthor id="527" name="未知的使用者217" initials="未" lastIdx="1" clrIdx="1"/>
  <p:cmAuthor id="528" name="Charley" initials="C" lastIdx="1" clrIdx="0"/>
  <p:cmAuthor id="529" name="lilan" initials="l" lastIdx="1" clrIdx="0"/>
  <p:cmAuthor id="531" name="Unknown User48" initials="U" lastIdx="8" clrIdx="0"/>
  <p:cmAuthor id="533" name="hmwang" initials="dsc" lastIdx="2" clrIdx="532"/>
  <p:cmAuthor id="534" name="未知的使用者204" initials="未" lastIdx="1" clrIdx="0"/>
  <p:cmAuthor id="535" name="Unknown User50" initials="U" lastIdx="1" clrIdx="0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1" name="未知的使用者234" initials="未" lastIdx="10" clrIdx="0"/>
  <p:cmAuthor id="542" name="未知的使用者137" initials="未" lastIdx="1" clrIdx="0"/>
  <p:cmAuthor id="545" name="dell" initials="d" lastIdx="1" clrIdx="544"/>
  <p:cmAuthor id="548" name="未知的使用者238" initials="未" lastIdx="2" clrIdx="0"/>
  <p:cmAuthor id="551" name="未知用户280" initials="未" lastIdx="5" clrIdx="2"/>
  <p:cmAuthor id="553" name="刘晖" initials="刘" lastIdx="1" clrIdx="0"/>
  <p:cmAuthor id="554" name="未知用户190" initials="未" lastIdx="1" clrIdx="1"/>
  <p:cmAuthor id="557" name="Xia Ting" initials="X" lastIdx="1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3" name=" " initials="" lastIdx="6" clrIdx="85"/>
  <p:cmAuthor id="564" name="不明使用者57" initials="不" lastIdx="1" clrIdx="0"/>
  <p:cmAuthor id="565" name="未知的使用者139" initials="未" lastIdx="1" clrIdx="0"/>
  <p:cmAuthor id="566" name="未知的使用者140" initials="未" lastIdx="1" clrIdx="1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09" name="未知的使用者202" initials="未" lastIdx="0" clrIdx="1"/>
  <p:cmAuthor id="610" name="未知用户215" initials="未" lastIdx="1" clrIdx="0"/>
  <p:cmAuthor id="611" name="未知用户216" initials="未" lastIdx="1" clrIdx="0"/>
  <p:cmAuthor id="612" name="未知的使用者19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2" name="未知的使用者197" initials="未" lastIdx="8" clrIdx="0"/>
  <p:cmAuthor id="633" name="Carol Kelly" initials="C" lastIdx="1" clrIdx="0"/>
  <p:cmAuthor id="634" name="未知的使用者205" initials="未" lastIdx="0" clrIdx="1"/>
  <p:cmAuthor id="635" name="未知的使用者200" initials="未" lastIdx="1" clrIdx="0"/>
  <p:cmAuthor id="636" name="Unknown User58" initials="U" lastIdx="1" clrIdx="0"/>
  <p:cmAuthor id="637" name="Unknown User55" initials="U" lastIdx="1" clrIdx="1"/>
  <p:cmAuthor id="638" name="未知的使用者195" initials="未" lastIdx="1" clrIdx="1"/>
  <p:cmAuthor id="639" name="Huipeng Cao" initials="H" lastIdx="1" clrIdx="0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4" name="孟连磊" initials="孟" lastIdx="1" clrIdx="0"/>
  <p:cmAuthor id="676" name="未知的使用者177" initials="未" lastIdx="8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700" name="soling" initials="s" lastIdx="1" clrIdx="2"/>
  <p:cmAuthor id="701" name="李 骁" initials="李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821" name="風輕 雲淡" initials="風輕" lastIdx="1" clrIdx="511"/>
  <p:cmAuthor id="659" name="未知用户303" initials="未" lastIdx="5" clrIdx="1"/>
  <p:cmAuthor id="685" name="俊晔 邱" initials="俊" lastIdx="1" clrIdx="87"/>
  <p:cmAuthor id="686" name="annie.gts@outlook.com" initials="a" lastIdx="2" clrIdx="0"/>
  <p:cmAuthor id="687" name="杨 升格" initials="杨" lastIdx="2" clrIdx="0"/>
  <p:cmAuthor id="693" name="lxm" initials="l" lastIdx="1" clrIdx="413"/>
  <p:cmAuthor id="699" name="未知用户277" initials="未" lastIdx="1" clrIdx="1"/>
  <p:cmAuthor id="703" name="未知的使用者96" initials="未" lastIdx="2" clrIdx="0"/>
  <p:cmAuthor id="715" name="未知用户319" initials="未" lastIdx="3" clrIdx="0"/>
  <p:cmAuthor id="517" name="未知用户7" initials="未" lastIdx="1" clrIdx="0"/>
  <p:cmAuthor id="520" name="未知用户20" initials="未" lastIdx="0" clrIdx="0"/>
  <p:cmAuthor id="695" name="Microsoft Office User" initials="M" lastIdx="3" clrIdx="86"/>
  <p:cmAuthor id="702" name="未知的使用者99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70" d="100"/>
          <a:sy n="70" d="100"/>
        </p:scale>
        <p:origin x="-1374" y="72"/>
      </p:cViewPr>
      <p:guideLst>
        <p:guide orient="horz" pos="1646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2C4CD0-E646-4B77-A794-AAA427DD22B9}" type="datetimeFigureOut"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</a:fld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4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按一下以編輯母片文字樣式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第五層</a:t>
            </a:r>
            <a:endParaRPr kumimoji="0" lang="zh-TW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新細明體" panose="02020500000000000000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TW" altLang="en-US" sz="1200" dirty="0"/>
            </a:fld>
            <a:endParaRPr lang="zh-TW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jpeg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jpeg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jpeg"/><Relationship Id="rId3" Type="http://schemas.openxmlformats.org/officeDocument/2006/relationships/tags" Target="../tags/tag16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封面_藍.jpg封面_藍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6" y="866"/>
            <a:ext cx="9140190" cy="514175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01015" y="960239"/>
            <a:ext cx="8139113" cy="1855699"/>
          </a:xfrm>
        </p:spPr>
        <p:txBody>
          <a:bodyPr lIns="101600" tIns="38100" rIns="25400" bIns="38100" anchor="ctr" anchorCtr="0">
            <a:noAutofit/>
          </a:bodyPr>
          <a:lstStyle>
            <a:lvl1pPr algn="ctr">
              <a:defRPr sz="3375" b="1" spc="600">
                <a:solidFill>
                  <a:schemeClr val="bg1"/>
                </a:solidFill>
                <a:effectLst/>
              </a:defRPr>
            </a:lvl1pPr>
          </a:lstStyle>
          <a:p>
            <a:r>
              <a:rPr lang="zh-TW" altLang="en-US" dirty="0"/>
              <a:t>按一下以編輯標題</a:t>
            </a:r>
            <a:endParaRPr lang="zh-TW" altLang="en-US" dirty="0"/>
          </a:p>
        </p:txBody>
      </p:sp>
      <p:pic>
        <p:nvPicPr>
          <p:cNvPr id="5" name="圖片 4" descr="D:\工作區\2022工作區\01_40周年\簡報提案\pic\字與slogan\贏在數位價值.png贏在數位價值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7560000" y="4928108"/>
            <a:ext cx="1437542" cy="98596"/>
          </a:xfrm>
          <a:prstGeom prst="rect">
            <a:avLst/>
          </a:prstGeom>
        </p:spPr>
      </p:pic>
      <p:pic>
        <p:nvPicPr>
          <p:cNvPr id="174" name="圖片 173" descr="鼎新logo_反白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2424859" y="3725672"/>
            <a:ext cx="4320000" cy="297037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dirty="0"/>
              <a:t>按一下編輯單位名稱</a:t>
            </a:r>
            <a:endParaRPr lang="zh-TW" altLang="en-US" dirty="0"/>
          </a:p>
        </p:txBody>
      </p:sp>
      <p:sp>
        <p:nvSpPr>
          <p:cNvPr id="177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2424859" y="4468264"/>
            <a:ext cx="4320000" cy="291025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TW" altLang="en-US" sz="1500" b="0" i="0" u="none" strike="noStrike" kern="1200" cap="none" spc="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按一下編輯日期</a:t>
            </a:r>
            <a:endParaRPr lang="zh-TW" altLang="en-US" dirty="0"/>
          </a:p>
        </p:txBody>
      </p:sp>
      <p:sp>
        <p:nvSpPr>
          <p:cNvPr id="180" name="文本占位符 2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2424827" y="4036241"/>
            <a:ext cx="4320064" cy="344848"/>
          </a:xfrm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100" b="0" u="none" strike="noStrike" kern="1200" cap="none" spc="2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按一下編輯簡報人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140"/>
            <a:ext cx="83700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居中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白底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底紋_齊左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04813" y="1134091"/>
            <a:ext cx="8370094" cy="3510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pic>
        <p:nvPicPr>
          <p:cNvPr id="3" name="圖片 2" descr="內頁_藍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紋_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04813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404813" y="1134091"/>
            <a:ext cx="8370094" cy="364545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5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TW" altLang="en-US" sz="135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lang="zh-TW" altLang="en-US" dirty="0">
              <a:sym typeface="+mn-ea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3" name="圖片 2" descr="內頁_藍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底紋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D:\工作區\2022工作區\01_40周年\簡報提案\pic\灰底紋鏤空.png灰底紋鏤空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</p:spPr>
      </p:pic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pic>
        <p:nvPicPr>
          <p:cNvPr id="5" name="圖片 4" descr="內頁_藍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白底_雙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05000" y="1210274"/>
            <a:ext cx="3962432" cy="35104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</p:txBody>
      </p:sp>
      <p:sp>
        <p:nvSpPr>
          <p:cNvPr id="11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05000" y="1606299"/>
            <a:ext cx="3962400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12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4676813" y="1210274"/>
            <a:ext cx="3962432" cy="35104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TW" altLang="en-US" sz="15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</p:txBody>
      </p:sp>
      <p:sp>
        <p:nvSpPr>
          <p:cNvPr id="13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606299"/>
            <a:ext cx="3962432" cy="2970367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TW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TW" altLang="en-US" dirty="0">
                <a:sym typeface="+mn-ea"/>
              </a:rPr>
              <a:t>按一下以編輯母片文字樣式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</a:t>
            </a:r>
            <a:r>
              <a:rPr lang="zh-TW" altLang="en-US" dirty="0">
                <a:sym typeface="+mn-ea"/>
              </a:rPr>
              <a:t>層</a:t>
            </a:r>
            <a:endParaRPr dirty="0">
              <a:sym typeface="+mn-ea"/>
            </a:endParaRPr>
          </a:p>
        </p:txBody>
      </p:sp>
      <p:sp>
        <p:nvSpPr>
          <p:cNvPr id="14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7061835" y="4872514"/>
            <a:ext cx="2025000" cy="237629"/>
          </a:xfrm>
        </p:spPr>
        <p:txBody>
          <a:bodyPr/>
          <a:lstStyle/>
          <a:p>
            <a:fld id="{49AE70B2-8BF9-45C0-BB95-33D1B9D3A854}" type="slidenum">
              <a:rPr lang="zh-TW" altLang="en-US" smtClean="0"/>
            </a:fld>
            <a:endParaRPr lang="zh-TW" altLang="en-US"/>
          </a:p>
        </p:txBody>
      </p:sp>
      <p:sp>
        <p:nvSpPr>
          <p:cNvPr id="15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05000" y="540134"/>
            <a:ext cx="8370000" cy="540067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TW" altLang="en-US" sz="2400" b="1" i="0" u="none" strike="noStrike" kern="1200" cap="none" spc="200" normalizeH="0" baseline="0" noProof="1" dirty="0">
                <a:solidFill>
                  <a:srgbClr val="41B6E7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lang="zh-TW" altLang="en-US" dirty="0">
                <a:sym typeface="+mn-ea"/>
              </a:rPr>
              <a:t>按一下以編輯母片標題樣式</a:t>
            </a:r>
            <a:endParaRPr dirty="0">
              <a:sym typeface="+mn-ea"/>
            </a:endParaRPr>
          </a:p>
        </p:txBody>
      </p:sp>
      <p:pic>
        <p:nvPicPr>
          <p:cNvPr id="4" name="圖片 3" descr="內頁_藍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尾頁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D:\工作區\2022工作區\01_40周年\簡報提案\pic\結尾_藍.jpg結尾_藍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6" y="628"/>
            <a:ext cx="9141143" cy="5142230"/>
          </a:xfrm>
          <a:prstGeom prst="rect">
            <a:avLst/>
          </a:prstGeom>
        </p:spPr>
      </p:pic>
      <p:pic>
        <p:nvPicPr>
          <p:cNvPr id="3" name="圖片 2" descr="D:\工作區\2022工作區\01_40周年\簡報提案\pic\字與slogan\贏在數位價值反白.png贏在數位價值反白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560000" y="4928108"/>
            <a:ext cx="1445305" cy="99072"/>
          </a:xfrm>
          <a:prstGeom prst="rect">
            <a:avLst/>
          </a:prstGeom>
        </p:spPr>
      </p:pic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521048" y="1755217"/>
            <a:ext cx="8100000" cy="1215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4050" b="1" u="none" strike="noStrike" kern="1200" cap="none" spc="600" normalizeH="0">
                <a:solidFill>
                  <a:schemeClr val="bg1"/>
                </a:solidFill>
                <a:uFillTx/>
                <a:latin typeface="+標題中文字型" charset="0"/>
                <a:ea typeface="+mj-ea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521048" y="3010748"/>
            <a:ext cx="8100000" cy="494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/>
          </a:p>
        </p:txBody>
      </p:sp>
      <p:pic>
        <p:nvPicPr>
          <p:cNvPr id="174" name="圖片 173" descr="鼎新logo_反白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首頁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圖片 5" descr="16_9B淺_b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877"/>
            <a:ext cx="9144000" cy="514572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圖片 7" descr="鼎新電腦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8000" y="4774202"/>
            <a:ext cx="763588" cy="25244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圖片 8" descr="數位價值_繁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0113" y="146068"/>
            <a:ext cx="1614487" cy="117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59560" y="1147153"/>
            <a:ext cx="7527290" cy="1791234"/>
          </a:xfrm>
        </p:spPr>
        <p:txBody>
          <a:bodyPr anchor="b"/>
          <a:lstStyle>
            <a:lvl1pPr algn="l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fontAlgn="auto"/>
            <a:r>
              <a:rPr lang="zh-TW" altLang="en-US" strike="noStrike" noProof="1" smtClean="0"/>
              <a:t>按一下以編輯母片標題樣式</a:t>
            </a:r>
            <a:endParaRPr lang="zh-TW" altLang="en-US" strike="noStrike" noProof="1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334895" y="3598348"/>
            <a:ext cx="6771640" cy="1242430"/>
          </a:xfrm>
        </p:spPr>
        <p:txBody>
          <a:bodyPr/>
          <a:lstStyle>
            <a:lvl1pPr marL="0" indent="0" algn="l">
              <a:buNone/>
              <a:defRPr sz="18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8035" indent="0" algn="ctr">
              <a:buNone/>
              <a:defRPr sz="900"/>
            </a:lvl9pPr>
          </a:lstStyle>
          <a:p>
            <a:pPr fontAlgn="auto"/>
            <a:r>
              <a:rPr lang="zh-TW" altLang="en-US" strike="noStrike" noProof="1" smtClean="0"/>
              <a:t>按一下以編輯母片副標題樣式</a:t>
            </a:r>
            <a:endParaRPr lang="zh-TW" altLang="en-US" strike="noStrike" noProof="1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114300" y="4769439"/>
            <a:ext cx="1416050" cy="274672"/>
          </a:xfrm>
        </p:spPr>
        <p:txBody>
          <a:bodyPr/>
          <a:lstStyle/>
          <a:p>
            <a:pPr fontAlgn="auto"/>
            <a:r>
              <a:rPr lang="zh-TW" altLang="en-US" strike="noStrike" noProof="1" smtClean="0">
                <a:latin typeface="+mn-lt"/>
                <a:ea typeface="+mn-ea"/>
                <a:cs typeface="+mn-cs"/>
              </a:rPr>
              <a:t>2</a:t>
            </a:r>
            <a:r>
              <a:rPr lang="zh-TW" altLang="en-US" strike="noStrike" noProof="1">
                <a:latin typeface="+mn-lt"/>
                <a:ea typeface="+mn-ea"/>
                <a:cs typeface="+mn-cs"/>
              </a:rPr>
              <a:t>018/3/27</a:t>
            </a:r>
            <a:endParaRPr lang="zh-TW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章節標題及物件(有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圖片 4" descr="16_9B淺_top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31754"/>
            <a:ext cx="9144000" cy="403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內容版面配置區 2"/>
          <p:cNvSpPr>
            <a:spLocks noGrp="1"/>
          </p:cNvSpPr>
          <p:nvPr>
            <p:ph idx="13"/>
          </p:nvPr>
        </p:nvSpPr>
        <p:spPr>
          <a:xfrm>
            <a:off x="457200" y="1251323"/>
            <a:ext cx="8229600" cy="3324581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31800" y="375397"/>
            <a:ext cx="8252460" cy="736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700" b="1"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fontAlgn="auto"/>
            <a:r>
              <a:rPr lang="zh-TW" altLang="en-US" strike="noStrike" noProof="1" dirty="0" smtClean="0"/>
              <a:t>按一下以編輯母片標題樣式</a:t>
            </a:r>
            <a:endParaRPr lang="zh-TW" altLang="en-US" strike="noStrike" noProof="1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20650" y="4832947"/>
            <a:ext cx="581025" cy="365170"/>
          </a:xfrm>
          <a:prstGeom prst="rect">
            <a:avLst/>
          </a:prstGeom>
        </p:spPr>
        <p:txBody>
          <a:bodyPr/>
          <a:p>
            <a:pPr lvl="0" eaLnBrk="1" fontAlgn="auto" hangingPunct="1"/>
            <a:fld id="{9A0DB2DC-4C9A-4742-B13C-FB6460FD3503}" type="slidenum">
              <a:rPr lang="zh-TW" altLang="en-US" sz="1400" strike="noStrike" noProof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fld>
            <a:endParaRPr lang="zh-TW" altLang="en-US" sz="1400" strike="noStrike" noProof="1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章節標題及物件(無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圖片 4" descr="16_9B淺_top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36993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內容版面配置區 2"/>
          <p:cNvSpPr>
            <a:spLocks noGrp="1"/>
          </p:cNvSpPr>
          <p:nvPr>
            <p:ph idx="13"/>
          </p:nvPr>
        </p:nvSpPr>
        <p:spPr>
          <a:xfrm>
            <a:off x="457200" y="1251323"/>
            <a:ext cx="8229600" cy="3324581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31800" y="375397"/>
            <a:ext cx="8252460" cy="736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700" b="1"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fontAlgn="auto"/>
            <a:r>
              <a:rPr lang="zh-TW" altLang="en-US" strike="noStrike" noProof="1" dirty="0" smtClean="0"/>
              <a:t>按一下以編輯母片標題樣式</a:t>
            </a:r>
            <a:endParaRPr lang="zh-TW" altLang="en-US" strike="noStrike" noProof="1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20650" y="4832947"/>
            <a:ext cx="581025" cy="365170"/>
          </a:xfrm>
          <a:prstGeom prst="rect">
            <a:avLst/>
          </a:prstGeom>
        </p:spPr>
        <p:txBody>
          <a:bodyPr/>
          <a:p>
            <a:pPr lvl="0" eaLnBrk="1" fontAlgn="auto" hangingPunct="1"/>
            <a:fld id="{9A0DB2DC-4C9A-4742-B13C-FB6460FD3503}" type="slidenum">
              <a:rPr lang="zh-TW" altLang="en-US" sz="1400" strike="noStrike" noProof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fld>
            <a:endParaRPr lang="zh-TW" altLang="en-US" sz="1400" strike="noStrike" noProof="1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章節標題及物件(logo+鼎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圖片 7" descr="鼎新電腦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8000" y="4774202"/>
            <a:ext cx="763588" cy="25244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4" name="圖片 3" descr="16_9B淺_top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36993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內容版面配置區 2"/>
          <p:cNvSpPr>
            <a:spLocks noGrp="1"/>
          </p:cNvSpPr>
          <p:nvPr>
            <p:ph idx="13"/>
          </p:nvPr>
        </p:nvSpPr>
        <p:spPr>
          <a:xfrm>
            <a:off x="457200" y="1251323"/>
            <a:ext cx="8229600" cy="3324581"/>
          </a:xfrm>
          <a:prstGeom prst="rect">
            <a:avLst/>
          </a:prstGeom>
        </p:spPr>
        <p:txBody>
          <a:bodyPr/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fontAlgn="auto"/>
            <a:r>
              <a:rPr lang="zh-TW" altLang="en-US" strike="noStrike" noProof="1" smtClean="0"/>
              <a:t>按一下以編輯母片文字樣式</a:t>
            </a:r>
            <a:endParaRPr lang="zh-TW" altLang="en-US" strike="noStrike" noProof="1" smtClean="0"/>
          </a:p>
          <a:p>
            <a:pPr lvl="1" fontAlgn="auto"/>
            <a:r>
              <a:rPr lang="zh-TW" altLang="en-US" strike="noStrike" noProof="1" smtClean="0"/>
              <a:t>第二層</a:t>
            </a:r>
            <a:endParaRPr lang="zh-TW" altLang="en-US" strike="noStrike" noProof="1" smtClean="0"/>
          </a:p>
          <a:p>
            <a:pPr lvl="2" fontAlgn="auto"/>
            <a:r>
              <a:rPr lang="zh-TW" altLang="en-US" strike="noStrike" noProof="1" smtClean="0"/>
              <a:t>第三層</a:t>
            </a:r>
            <a:endParaRPr lang="zh-TW" altLang="en-US" strike="noStrike" noProof="1" smtClean="0"/>
          </a:p>
          <a:p>
            <a:pPr lvl="3" fontAlgn="auto"/>
            <a:r>
              <a:rPr lang="zh-TW" altLang="en-US" strike="noStrike" noProof="1" smtClean="0"/>
              <a:t>第四層</a:t>
            </a:r>
            <a:endParaRPr lang="zh-TW" altLang="en-US" strike="noStrike" noProof="1" smtClean="0"/>
          </a:p>
          <a:p>
            <a:pPr lvl="4" fontAlgn="auto"/>
            <a:r>
              <a:rPr lang="zh-TW" altLang="en-US" strike="noStrike" noProof="1" smtClean="0"/>
              <a:t>第五層</a:t>
            </a:r>
            <a:endParaRPr lang="zh-TW" altLang="en-US" strike="noStrike" noProof="1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31800" y="375397"/>
            <a:ext cx="8252460" cy="736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700" b="1">
                <a:solidFill>
                  <a:schemeClr val="tx1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fontAlgn="auto"/>
            <a:r>
              <a:rPr lang="zh-TW" altLang="en-US" strike="noStrike" noProof="1" dirty="0" smtClean="0"/>
              <a:t>按一下以編輯母片標題樣式</a:t>
            </a:r>
            <a:endParaRPr lang="zh-TW" altLang="en-US" strike="noStrike" noProof="1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20650" y="4832947"/>
            <a:ext cx="581025" cy="365170"/>
          </a:xfrm>
          <a:prstGeom prst="rect">
            <a:avLst/>
          </a:prstGeom>
        </p:spPr>
        <p:txBody>
          <a:bodyPr/>
          <a:p>
            <a:pPr lvl="0" eaLnBrk="1" fontAlgn="auto" hangingPunct="1"/>
            <a:fld id="{9A0DB2DC-4C9A-4742-B13C-FB6460FD3503}" type="slidenum">
              <a:rPr lang="zh-TW" altLang="en-US" sz="1400" strike="noStrike" noProof="1" dirty="0">
                <a:solidFill>
                  <a:srgbClr val="7F7F7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fld>
            <a:endParaRPr lang="zh-TW" altLang="en-US" sz="1400" strike="noStrike" noProof="1" dirty="0">
              <a:solidFill>
                <a:srgbClr val="7F7F7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圖片 2" descr="簡報內頁2_鼎新B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22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9439"/>
            <a:ext cx="2133600" cy="274672"/>
          </a:xfrm>
        </p:spPr>
        <p:txBody>
          <a:bodyPr/>
          <a:lstStyle>
            <a:lvl1pPr>
              <a:defRPr/>
            </a:lvl1pPr>
          </a:lstStyle>
          <a:p>
            <a:pPr fontAlgn="base">
              <a:defRPr/>
            </a:pPr>
            <a:fld id="{60AEA87E-FEA6-4C7D-8F0D-E57B79CDFB5A}" type="datetimeFigureOut">
              <a:rPr lang="zh-CN" altLang="en-US" strike="noStrike" noProof="1">
                <a:latin typeface="Calibri" panose="020F0502020204030204" pitchFamily="34" charset="0"/>
                <a:ea typeface="新細明體" panose="02020500000000000000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9439"/>
            <a:ext cx="2895600" cy="274672"/>
          </a:xfrm>
        </p:spPr>
        <p:txBody>
          <a:bodyPr/>
          <a:lstStyle>
            <a:lvl1pPr>
              <a:defRPr/>
            </a:lvl1pPr>
          </a:lstStyle>
          <a:p>
            <a:pPr fontAlgn="base">
              <a:defRPr/>
            </a:pPr>
            <a:endParaRPr lang="zh-CN" altLang="en-US" strike="noStrike" noProof="1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9439"/>
            <a:ext cx="2133600" cy="274672"/>
          </a:xfrm>
        </p:spPr>
        <p:txBody>
          <a:bodyPr/>
          <a:lstStyle>
            <a:lvl1pPr>
              <a:defRPr/>
            </a:lvl1pPr>
          </a:lstStyle>
          <a:p>
            <a:pPr fontAlgn="base">
              <a:defRPr/>
            </a:pPr>
            <a:fld id="{F2575D70-F6BF-4F6A-854C-F4AEC3E1F4B4}" type="slidenum">
              <a:rPr lang="zh-CN" altLang="en-US" strike="noStrike" noProof="1">
                <a:latin typeface="Calibri" panose="020F0502020204030204" pitchFamily="34" charset="0"/>
                <a:ea typeface="新細明體" panose="02020500000000000000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14.png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>
          <a:xfrm>
            <a:off x="404813" y="540134"/>
            <a:ext cx="7886700" cy="540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405000" y="1134140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7061835" y="4872514"/>
            <a:ext cx="2025000" cy="237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TW" altLang="en-US" smtClean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rgbClr val="41B6E7"/>
          </a:solidFill>
          <a:uFillTx/>
          <a:latin typeface="+mj-lt"/>
          <a:ea typeface="+mj-ea"/>
          <a:cs typeface="+mj-cs"/>
        </a:defRPr>
      </a:lvl1pPr>
    </p:titleStyle>
    <p:bodyStyle>
      <a:lvl1pPr marL="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3429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tabLst>
          <a:tab pos="1207135" algn="l"/>
        </a:tabLst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6858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0287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371600" indent="0" algn="l" defTabSz="685800" rtl="0" eaLnBrk="1" fontAlgn="auto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15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1026" name="圖片 2" descr="B淺_bg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21263" y="1444803"/>
            <a:ext cx="4121150" cy="3773954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270" algn="l" defTabSz="514350" rtl="0" eaLnBrk="1" latinLnBrk="0" hangingPunct="1">
        <a:lnSpc>
          <a:spcPct val="90000"/>
        </a:lnSpc>
        <a:spcBef>
          <a:spcPct val="113000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270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803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TW"/>
              <a:t>EasyFlow</a:t>
            </a:r>
            <a:r>
              <a:rPr lang="zh-TW" altLang="en-US"/>
              <a:t>電子簽核系統</a:t>
            </a:r>
            <a:br>
              <a:rPr lang="zh-TW" altLang="en-US"/>
            </a:br>
            <a:r>
              <a:rPr lang="zh-TW" altLang="en-US">
                <a:sym typeface="+mn-ea"/>
              </a:rPr>
              <a:t>相關維護作業說明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TW" altLang="en-US"/>
              <a:t>價值交付組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3"/>
          </p:nvPr>
        </p:nvSpPr>
        <p:spPr/>
        <p:txBody>
          <a:bodyPr/>
          <a:p>
            <a:r>
              <a:rPr lang="en-US" altLang="zh-TW"/>
              <a:t>2022/03/07</a:t>
            </a:r>
            <a:endParaRPr lang="en-US" alt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4"/>
          </p:nvPr>
        </p:nvSpPr>
        <p:spPr/>
        <p:txBody>
          <a:bodyPr/>
          <a:p>
            <a:r>
              <a:rPr lang="zh-TW" altLang="en-US"/>
              <a:t>沈亞墨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群組 6"/>
          <p:cNvGrpSpPr/>
          <p:nvPr/>
        </p:nvGrpSpPr>
        <p:grpSpPr>
          <a:xfrm>
            <a:off x="1815465" y="1129030"/>
            <a:ext cx="5542598" cy="612656"/>
            <a:chOff x="3482" y="2370"/>
            <a:chExt cx="11638" cy="1286"/>
          </a:xfrm>
        </p:grpSpPr>
        <p:grpSp>
          <p:nvGrpSpPr>
            <p:cNvPr id="15" name="Group 23"/>
            <p:cNvGrpSpPr/>
            <p:nvPr userDrawn="1"/>
          </p:nvGrpSpPr>
          <p:grpSpPr bwMode="auto">
            <a:xfrm rot="0">
              <a:off x="3482" y="3498"/>
              <a:ext cx="11622" cy="116"/>
              <a:chOff x="0" y="2086"/>
              <a:chExt cx="6698" cy="1056"/>
            </a:xfrm>
          </p:grpSpPr>
          <p:sp>
            <p:nvSpPr>
              <p:cNvPr id="16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8" name="Group 220"/>
            <p:cNvGrpSpPr/>
            <p:nvPr userDrawn="1"/>
          </p:nvGrpSpPr>
          <p:grpSpPr bwMode="auto">
            <a:xfrm rot="0">
              <a:off x="3756" y="2370"/>
              <a:ext cx="3404" cy="1286"/>
              <a:chOff x="497" y="935"/>
              <a:chExt cx="1872" cy="746"/>
            </a:xfrm>
          </p:grpSpPr>
          <p:pic>
            <p:nvPicPr>
              <p:cNvPr id="19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1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2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3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4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字方塊 2"/>
            <p:cNvSpPr txBox="1"/>
            <p:nvPr/>
          </p:nvSpPr>
          <p:spPr>
            <a:xfrm>
              <a:off x="6690" y="2572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行事曆維護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1815465" y="1969611"/>
            <a:ext cx="5542598" cy="612656"/>
            <a:chOff x="3482" y="4152"/>
            <a:chExt cx="11638" cy="1286"/>
          </a:xfrm>
        </p:grpSpPr>
        <p:grpSp>
          <p:nvGrpSpPr>
            <p:cNvPr id="353" name="Group 23"/>
            <p:cNvGrpSpPr/>
            <p:nvPr userDrawn="1"/>
          </p:nvGrpSpPr>
          <p:grpSpPr bwMode="auto">
            <a:xfrm rot="0">
              <a:off x="3482" y="5280"/>
              <a:ext cx="11622" cy="116"/>
              <a:chOff x="0" y="2086"/>
              <a:chExt cx="6698" cy="1056"/>
            </a:xfrm>
          </p:grpSpPr>
          <p:sp>
            <p:nvSpPr>
              <p:cNvPr id="354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5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56" name="Group 220"/>
            <p:cNvGrpSpPr/>
            <p:nvPr userDrawn="1"/>
          </p:nvGrpSpPr>
          <p:grpSpPr bwMode="auto">
            <a:xfrm rot="0">
              <a:off x="3756" y="4152"/>
              <a:ext cx="3404" cy="1286"/>
              <a:chOff x="497" y="935"/>
              <a:chExt cx="1872" cy="746"/>
            </a:xfrm>
          </p:grpSpPr>
          <p:pic>
            <p:nvPicPr>
              <p:cNvPr id="357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59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0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1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2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63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文字方塊 3"/>
            <p:cNvSpPr txBox="1"/>
            <p:nvPr/>
          </p:nvSpPr>
          <p:spPr>
            <a:xfrm>
              <a:off x="6690" y="4357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報表查詢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公司行事曆維護作業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1.日期只列出上班日</a:t>
            </a: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2.首次逾時/ByPass會判斷此行事曆</a:t>
            </a: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537970"/>
            <a:ext cx="7139940" cy="34499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666750" y="2567305"/>
            <a:ext cx="944245" cy="1333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70380" y="4266565"/>
            <a:ext cx="5721985" cy="422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產生整年份行事曆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逐筆新增設定國定假日</a:t>
            </a:r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81965" y="1423670"/>
            <a:ext cx="7193280" cy="3326130"/>
            <a:chOff x="2266" y="2350"/>
            <a:chExt cx="9946" cy="4422"/>
          </a:xfrm>
        </p:grpSpPr>
        <p:pic>
          <p:nvPicPr>
            <p:cNvPr id="10244" name="Picture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266" y="2350"/>
              <a:ext cx="9947" cy="442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" name="矩形 2"/>
            <p:cNvSpPr/>
            <p:nvPr/>
          </p:nvSpPr>
          <p:spPr>
            <a:xfrm>
              <a:off x="2607" y="3957"/>
              <a:ext cx="1360" cy="1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TW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群組 6"/>
          <p:cNvGrpSpPr/>
          <p:nvPr/>
        </p:nvGrpSpPr>
        <p:grpSpPr>
          <a:xfrm>
            <a:off x="1815465" y="1129030"/>
            <a:ext cx="5542598" cy="612656"/>
            <a:chOff x="3482" y="2370"/>
            <a:chExt cx="11638" cy="1286"/>
          </a:xfrm>
        </p:grpSpPr>
        <p:grpSp>
          <p:nvGrpSpPr>
            <p:cNvPr id="15" name="Group 23"/>
            <p:cNvGrpSpPr/>
            <p:nvPr userDrawn="1"/>
          </p:nvGrpSpPr>
          <p:grpSpPr bwMode="auto">
            <a:xfrm rot="0">
              <a:off x="3482" y="3498"/>
              <a:ext cx="11622" cy="116"/>
              <a:chOff x="0" y="2086"/>
              <a:chExt cx="6698" cy="1056"/>
            </a:xfrm>
          </p:grpSpPr>
          <p:sp>
            <p:nvSpPr>
              <p:cNvPr id="16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8" name="Group 220"/>
            <p:cNvGrpSpPr/>
            <p:nvPr userDrawn="1"/>
          </p:nvGrpSpPr>
          <p:grpSpPr bwMode="auto">
            <a:xfrm rot="0">
              <a:off x="3756" y="2370"/>
              <a:ext cx="3404" cy="1286"/>
              <a:chOff x="497" y="935"/>
              <a:chExt cx="1872" cy="746"/>
            </a:xfrm>
          </p:grpSpPr>
          <p:pic>
            <p:nvPicPr>
              <p:cNvPr id="19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1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2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3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24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52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" name="文字方塊 2"/>
            <p:cNvSpPr txBox="1"/>
            <p:nvPr/>
          </p:nvSpPr>
          <p:spPr>
            <a:xfrm>
              <a:off x="6690" y="2572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行事曆維護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1815465" y="1969611"/>
            <a:ext cx="5542598" cy="612656"/>
            <a:chOff x="3482" y="4152"/>
            <a:chExt cx="11638" cy="1286"/>
          </a:xfrm>
        </p:grpSpPr>
        <p:grpSp>
          <p:nvGrpSpPr>
            <p:cNvPr id="353" name="Group 23"/>
            <p:cNvGrpSpPr/>
            <p:nvPr userDrawn="1"/>
          </p:nvGrpSpPr>
          <p:grpSpPr bwMode="auto">
            <a:xfrm rot="0">
              <a:off x="3482" y="5280"/>
              <a:ext cx="11622" cy="116"/>
              <a:chOff x="0" y="2086"/>
              <a:chExt cx="6698" cy="1056"/>
            </a:xfrm>
          </p:grpSpPr>
          <p:sp>
            <p:nvSpPr>
              <p:cNvPr id="354" name="Rectangle 3"/>
              <p:cNvSpPr>
                <a:spLocks noChangeArrowheads="1"/>
              </p:cNvSpPr>
              <p:nvPr/>
            </p:nvSpPr>
            <p:spPr bwMode="auto">
              <a:xfrm>
                <a:off x="0" y="2325"/>
                <a:ext cx="6698" cy="817"/>
              </a:xfrm>
              <a:prstGeom prst="rect">
                <a:avLst/>
              </a:prstGeom>
              <a:gradFill rotWithShape="1"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55" name="Rectangle 25"/>
              <p:cNvSpPr>
                <a:spLocks noChangeArrowheads="1"/>
              </p:cNvSpPr>
              <p:nvPr/>
            </p:nvSpPr>
            <p:spPr bwMode="auto">
              <a:xfrm flipV="1">
                <a:off x="0" y="2086"/>
                <a:ext cx="6698" cy="246"/>
              </a:xfrm>
              <a:prstGeom prst="rect">
                <a:avLst/>
              </a:prstGeom>
              <a:gradFill rotWithShape="1"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lIns="67500" tIns="67500" rIns="54000" bIns="67500"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0" hangingPunct="0"/>
                <a:endParaRPr lang="zh-CN" altLang="zh-CN" sz="100">
                  <a:latin typeface="Arial" panose="020B0604020202020204" pitchFamily="34" charset="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56" name="Group 220"/>
            <p:cNvGrpSpPr/>
            <p:nvPr userDrawn="1"/>
          </p:nvGrpSpPr>
          <p:grpSpPr bwMode="auto">
            <a:xfrm rot="0">
              <a:off x="3756" y="4152"/>
              <a:ext cx="3404" cy="1286"/>
              <a:chOff x="497" y="935"/>
              <a:chExt cx="1872" cy="746"/>
            </a:xfrm>
          </p:grpSpPr>
          <p:pic>
            <p:nvPicPr>
              <p:cNvPr id="357" name="Picture 180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181"/>
              <p:cNvSpPr>
                <a:spLocks noChangeArrowheads="1"/>
              </p:cNvSpPr>
              <p:nvPr/>
            </p:nvSpPr>
            <p:spPr bwMode="auto">
              <a:xfrm>
                <a:off x="753" y="935"/>
                <a:ext cx="1127" cy="669"/>
              </a:xfrm>
              <a:custGeom>
                <a:avLst/>
                <a:gdLst>
                  <a:gd name="T0" fmla="*/ 1505 w 2561"/>
                  <a:gd name="T1" fmla="*/ 33 h 1520"/>
                  <a:gd name="T2" fmla="*/ 1663 w 2561"/>
                  <a:gd name="T3" fmla="*/ 68 h 1520"/>
                  <a:gd name="T4" fmla="*/ 2561 w 2561"/>
                  <a:gd name="T5" fmla="*/ 1518 h 1520"/>
                  <a:gd name="T6" fmla="*/ 304 w 2561"/>
                  <a:gd name="T7" fmla="*/ 1520 h 1520"/>
                  <a:gd name="T8" fmla="*/ 33 w 2561"/>
                  <a:gd name="T9" fmla="*/ 1086 h 1520"/>
                  <a:gd name="T10" fmla="*/ 68 w 2561"/>
                  <a:gd name="T11" fmla="*/ 928 h 1520"/>
                  <a:gd name="T12" fmla="*/ 1505 w 2561"/>
                  <a:gd name="T13" fmla="*/ 33 h 1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61" h="152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59" name="Freeform 182"/>
              <p:cNvSpPr>
                <a:spLocks noChangeArrowheads="1"/>
              </p:cNvSpPr>
              <p:nvPr/>
            </p:nvSpPr>
            <p:spPr bwMode="auto">
              <a:xfrm>
                <a:off x="739" y="947"/>
                <a:ext cx="1126" cy="661"/>
              </a:xfrm>
              <a:custGeom>
                <a:avLst/>
                <a:gdLst>
                  <a:gd name="T0" fmla="*/ 1505 w 2559"/>
                  <a:gd name="T1" fmla="*/ 33 h 1504"/>
                  <a:gd name="T2" fmla="*/ 1663 w 2559"/>
                  <a:gd name="T3" fmla="*/ 71 h 1504"/>
                  <a:gd name="T4" fmla="*/ 2556 w 2559"/>
                  <a:gd name="T5" fmla="*/ 1494 h 1504"/>
                  <a:gd name="T6" fmla="*/ 279 w 2559"/>
                  <a:gd name="T7" fmla="*/ 1492 h 1504"/>
                  <a:gd name="T8" fmla="*/ 33 w 2559"/>
                  <a:gd name="T9" fmla="*/ 1089 h 1504"/>
                  <a:gd name="T10" fmla="*/ 71 w 2559"/>
                  <a:gd name="T11" fmla="*/ 930 h 1504"/>
                  <a:gd name="T12" fmla="*/ 1505 w 2559"/>
                  <a:gd name="T13" fmla="*/ 33 h 1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9" h="1504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0" name="Freeform 188"/>
              <p:cNvSpPr>
                <a:spLocks noChangeArrowheads="1"/>
              </p:cNvSpPr>
              <p:nvPr/>
            </p:nvSpPr>
            <p:spPr bwMode="auto">
              <a:xfrm>
                <a:off x="747" y="942"/>
                <a:ext cx="1128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1" name="Freeform 189"/>
              <p:cNvSpPr>
                <a:spLocks noChangeArrowheads="1"/>
              </p:cNvSpPr>
              <p:nvPr/>
            </p:nvSpPr>
            <p:spPr bwMode="auto">
              <a:xfrm>
                <a:off x="746" y="941"/>
                <a:ext cx="1129" cy="694"/>
              </a:xfrm>
              <a:custGeom>
                <a:avLst/>
                <a:gdLst>
                  <a:gd name="T0" fmla="*/ 1505 w 2564"/>
                  <a:gd name="T1" fmla="*/ 33 h 1577"/>
                  <a:gd name="T2" fmla="*/ 1663 w 2564"/>
                  <a:gd name="T3" fmla="*/ 68 h 1577"/>
                  <a:gd name="T4" fmla="*/ 2564 w 2564"/>
                  <a:gd name="T5" fmla="*/ 1506 h 1577"/>
                  <a:gd name="T6" fmla="*/ 290 w 2564"/>
                  <a:gd name="T7" fmla="*/ 1506 h 1577"/>
                  <a:gd name="T8" fmla="*/ 295 w 2564"/>
                  <a:gd name="T9" fmla="*/ 1507 h 1577"/>
                  <a:gd name="T10" fmla="*/ 33 w 2564"/>
                  <a:gd name="T11" fmla="*/ 1086 h 1577"/>
                  <a:gd name="T12" fmla="*/ 69 w 2564"/>
                  <a:gd name="T13" fmla="*/ 928 h 1577"/>
                  <a:gd name="T14" fmla="*/ 1505 w 2564"/>
                  <a:gd name="T15" fmla="*/ 33 h 1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64" h="1577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endParaRPr lang="zh-TW" altLang="en-US" sz="100"/>
              </a:p>
            </p:txBody>
          </p:sp>
          <p:sp>
            <p:nvSpPr>
              <p:cNvPr id="362" name="Text Box 75"/>
              <p:cNvSpPr txBox="1">
                <a:spLocks noChangeArrowheads="1"/>
              </p:cNvSpPr>
              <p:nvPr/>
            </p:nvSpPr>
            <p:spPr bwMode="auto">
              <a:xfrm rot="10800000" flipV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 anchorCtr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1pPr>
                <a:lvl2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2pPr>
                <a:lvl3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/>
                <a:r>
                  <a:rPr lang="en-US" altLang="zh-CN" sz="3000" b="1" spc="-150" dirty="0">
                    <a:solidFill>
                      <a:schemeClr val="bg1"/>
                    </a:solidFill>
                    <a:uFillTx/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altLang="zh-CN" sz="3000" b="1" spc="-150" dirty="0">
                  <a:solidFill>
                    <a:schemeClr val="bg1"/>
                  </a:solidFill>
                  <a:uFillTx/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63" name="Picture 184" descr="yy"/>
              <p:cNvPicPr>
                <a:picLocks noChangeAspect="1" noChangeArrowheads="1"/>
              </p:cNvPicPr>
              <p:nvPr/>
            </p:nvPicPr>
            <p:blipFill>
              <a:blip r:embed="rId2">
                <a:biLevel thresh="50000"/>
                <a:grayscl/>
                <a:lum bright="-90000" contrast="10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2698"/>
              <a:stretch>
                <a:fillRect/>
              </a:stretch>
            </p:blipFill>
            <p:spPr bwMode="auto"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" name="文字方塊 3"/>
            <p:cNvSpPr txBox="1"/>
            <p:nvPr/>
          </p:nvSpPr>
          <p:spPr>
            <a:xfrm>
              <a:off x="6690" y="4357"/>
              <a:ext cx="8430" cy="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TW" altLang="en-US" sz="2400" b="1" spc="300">
                  <a:solidFill>
                    <a:srgbClr val="41B6E7"/>
                  </a:solidFill>
                  <a:uFillTx/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報表查詢</a:t>
              </a:r>
              <a:endParaRPr lang="zh-TW" altLang="en-US" sz="2400" b="1" spc="300">
                <a:solidFill>
                  <a:srgbClr val="41B6E7"/>
                </a:solidFill>
                <a:uFillTx/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1274445"/>
            <a:ext cx="8228330" cy="352298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表單查詢作業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主管可查詢部門表單；非主管只可查詢個人表單</a:t>
            </a:r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0891" y="3234926"/>
            <a:ext cx="864545" cy="105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69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935" y="2918778"/>
            <a:ext cx="6373813" cy="2173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異動表單查詢作業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查詢所有表單的簽核進度</a:t>
            </a:r>
            <a:r>
              <a:rPr kumimoji="1" lang="en-US" altLang="zh-TW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</a:t>
            </a: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目前簽核人</a:t>
            </a:r>
            <a:r>
              <a:rPr kumimoji="1" lang="en-US" altLang="zh-TW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&amp;</a:t>
            </a: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催簽提醒</a:t>
            </a:r>
            <a:r>
              <a:rPr kumimoji="1" lang="en-US" altLang="zh-TW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</a:t>
            </a:r>
            <a:endParaRPr kumimoji="1" lang="en-US" altLang="zh-TW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274445"/>
            <a:ext cx="8453755" cy="30810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5651" y="3403201"/>
            <a:ext cx="864545" cy="105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表單審核狀態查詢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查詢所有表單的簽核進度</a:t>
            </a:r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228725"/>
            <a:ext cx="8806180" cy="3784600"/>
          </a:xfrm>
          <a:prstGeom prst="rect">
            <a:avLst/>
          </a:prstGeom>
        </p:spPr>
      </p:pic>
      <p:sp>
        <p:nvSpPr>
          <p:cNvPr id="7" name="矩形圖說文字 6"/>
          <p:cNvSpPr/>
          <p:nvPr/>
        </p:nvSpPr>
        <p:spPr>
          <a:xfrm>
            <a:off x="3843020" y="2058670"/>
            <a:ext cx="1930400" cy="1026795"/>
          </a:xfrm>
          <a:prstGeom prst="wedgeRectCallout">
            <a:avLst>
              <a:gd name="adj1" fmla="val -59868"/>
              <a:gd name="adj2" fmla="val -2316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1.</a:t>
            </a:r>
            <a:r>
              <a:rPr kumimoji="1" lang="zh-TW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未結案表單查詢</a:t>
            </a:r>
            <a:endParaRPr kumimoji="1" lang="en-US" altLang="zh-TW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2.</a:t>
            </a:r>
            <a:r>
              <a:rPr kumimoji="1" lang="zh-TW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表單角度審核效率</a:t>
            </a:r>
            <a:endParaRPr kumimoji="1" lang="en-US" altLang="zh-TW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3.</a:t>
            </a:r>
            <a:r>
              <a:rPr kumimoji="1" lang="zh-TW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表單關卡角度審核效率</a:t>
            </a:r>
            <a:endParaRPr kumimoji="1" lang="en-US" altLang="zh-TW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4.</a:t>
            </a:r>
            <a:r>
              <a:rPr kumimoji="1" lang="zh-TW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人員審核表單關卡</a:t>
            </a:r>
            <a:endParaRPr kumimoji="1" lang="en-US" altLang="zh-TW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TW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5.</a:t>
            </a:r>
            <a:r>
              <a:rPr kumimoji="1" lang="zh-TW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每月表單審核效率</a:t>
            </a:r>
            <a:endParaRPr kumimoji="1" lang="zh-TW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8031" y="3692761"/>
            <a:ext cx="864545" cy="105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" y="1225868"/>
            <a:ext cx="1778000" cy="10731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314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3316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3322" name="標題 2"/>
          <p:cNvSpPr>
            <a:spLocks noGrp="1"/>
          </p:cNvSpPr>
          <p:nvPr/>
        </p:nvSpPr>
        <p:spPr>
          <a:xfrm>
            <a:off x="1990725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可依表單角度、人員角度流程績效分析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34975" y="2083118"/>
            <a:ext cx="1389063" cy="2159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graphicFrame>
        <p:nvGraphicFramePr>
          <p:cNvPr id="13324" name="物件 3"/>
          <p:cNvGraphicFramePr/>
          <p:nvPr/>
        </p:nvGraphicFramePr>
        <p:xfrm>
          <a:off x="2217738" y="1725931"/>
          <a:ext cx="6254750" cy="275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0064750" imgH="4152900" progId="Paint.Picture">
                  <p:embed/>
                </p:oleObj>
              </mc:Choice>
              <mc:Fallback>
                <p:oleObj name="" r:id="rId2" imgW="10064750" imgH="4152900" progId="Paint.Picture">
                  <p:embed/>
                  <p:pic>
                    <p:nvPicPr>
                      <p:cNvPr id="0" name="圖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17738" y="1725931"/>
                        <a:ext cx="6254750" cy="2757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337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4339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4345" name="標題 2"/>
          <p:cNvSpPr>
            <a:spLocks noGrp="1"/>
          </p:cNvSpPr>
          <p:nvPr/>
        </p:nvSpPr>
        <p:spPr>
          <a:xfrm>
            <a:off x="322263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未結案表單查詢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4346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1600518"/>
            <a:ext cx="7500938" cy="3368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47" name="文字方塊 3"/>
          <p:cNvSpPr txBox="1"/>
          <p:nvPr/>
        </p:nvSpPr>
        <p:spPr>
          <a:xfrm>
            <a:off x="5118100" y="4145281"/>
            <a:ext cx="879475" cy="245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rPr>
              <a:t>目標值</a:t>
            </a:r>
            <a:endParaRPr lang="zh-TW" altLang="en-US" sz="1000" b="1">
              <a:solidFill>
                <a:srgbClr val="1D41D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0" y="4372293"/>
            <a:ext cx="1728788" cy="6477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sp>
        <p:nvSpPr>
          <p:cNvPr id="14349" name="文字方塊 6"/>
          <p:cNvSpPr txBox="1"/>
          <p:nvPr/>
        </p:nvSpPr>
        <p:spPr>
          <a:xfrm>
            <a:off x="5724525" y="4145281"/>
            <a:ext cx="881063" cy="245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rPr>
              <a:t>差異</a:t>
            </a:r>
            <a:endParaRPr lang="zh-TW" altLang="en-US" sz="1000" b="1">
              <a:solidFill>
                <a:srgbClr val="1D41D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350" name="文字方塊 7"/>
          <p:cNvSpPr txBox="1"/>
          <p:nvPr/>
        </p:nvSpPr>
        <p:spPr>
          <a:xfrm>
            <a:off x="4621213" y="4145281"/>
            <a:ext cx="879475" cy="245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rPr>
              <a:t>實際值</a:t>
            </a:r>
            <a:endParaRPr lang="zh-TW" altLang="en-US" sz="1000" b="1">
              <a:solidFill>
                <a:srgbClr val="1D41D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00788" y="4372293"/>
            <a:ext cx="1633538" cy="6477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grpSp>
        <p:nvGrpSpPr>
          <p:cNvPr id="14352" name="群組 12"/>
          <p:cNvGrpSpPr/>
          <p:nvPr/>
        </p:nvGrpSpPr>
        <p:grpSpPr>
          <a:xfrm>
            <a:off x="6372225" y="4127818"/>
            <a:ext cx="1984375" cy="245108"/>
            <a:chOff x="7477" y="6728"/>
            <a:chExt cx="3125" cy="387"/>
          </a:xfrm>
        </p:grpSpPr>
        <p:sp>
          <p:nvSpPr>
            <p:cNvPr id="14353" name="文字方塊 9"/>
            <p:cNvSpPr txBox="1"/>
            <p:nvPr/>
          </p:nvSpPr>
          <p:spPr>
            <a:xfrm>
              <a:off x="8259" y="6728"/>
              <a:ext cx="1386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目標值</a:t>
              </a:r>
              <a:endPara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4354" name="文字方塊 10"/>
            <p:cNvSpPr txBox="1"/>
            <p:nvPr/>
          </p:nvSpPr>
          <p:spPr>
            <a:xfrm>
              <a:off x="9216" y="6728"/>
              <a:ext cx="1386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差異</a:t>
              </a:r>
              <a:endPara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4355" name="文字方塊 11"/>
            <p:cNvSpPr txBox="1"/>
            <p:nvPr/>
          </p:nvSpPr>
          <p:spPr>
            <a:xfrm>
              <a:off x="7477" y="6728"/>
              <a:ext cx="1386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實際值</a:t>
              </a:r>
              <a:endParaRPr lang="zh-TW" altLang="en-US" sz="1000" b="1">
                <a:solidFill>
                  <a:srgbClr val="1D41D5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61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5363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5369" name="標題 2"/>
          <p:cNvSpPr>
            <a:spLocks noGrp="1"/>
          </p:cNvSpPr>
          <p:nvPr/>
        </p:nvSpPr>
        <p:spPr>
          <a:xfrm>
            <a:off x="322263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表單角度審核效率分析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5370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3" y="1635443"/>
            <a:ext cx="4749800" cy="3505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71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75" y="3957956"/>
            <a:ext cx="3897313" cy="5032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弧形接點 9"/>
          <p:cNvCxnSpPr/>
          <p:nvPr/>
        </p:nvCxnSpPr>
        <p:spPr>
          <a:xfrm flipV="1">
            <a:off x="4886325" y="4461193"/>
            <a:ext cx="1327150" cy="59848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73" name="群組 10"/>
          <p:cNvGrpSpPr/>
          <p:nvPr/>
        </p:nvGrpSpPr>
        <p:grpSpPr>
          <a:xfrm>
            <a:off x="3048000" y="4134168"/>
            <a:ext cx="2122488" cy="1008063"/>
            <a:chOff x="9818" y="6499"/>
            <a:chExt cx="3343" cy="1587"/>
          </a:xfrm>
        </p:grpSpPr>
        <p:sp>
          <p:nvSpPr>
            <p:cNvPr id="12" name="矩形 11"/>
            <p:cNvSpPr/>
            <p:nvPr/>
          </p:nvSpPr>
          <p:spPr>
            <a:xfrm>
              <a:off x="9818" y="6885"/>
              <a:ext cx="3106" cy="12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TW" altLang="en-US" strike="noStrike" noProof="1"/>
            </a:p>
          </p:txBody>
        </p:sp>
        <p:grpSp>
          <p:nvGrpSpPr>
            <p:cNvPr id="15375" name="群組 12"/>
            <p:cNvGrpSpPr/>
            <p:nvPr/>
          </p:nvGrpSpPr>
          <p:grpSpPr>
            <a:xfrm>
              <a:off x="10036" y="6499"/>
              <a:ext cx="3125" cy="386"/>
              <a:chOff x="7477" y="6728"/>
              <a:chExt cx="3125" cy="386"/>
            </a:xfrm>
          </p:grpSpPr>
          <p:sp>
            <p:nvSpPr>
              <p:cNvPr id="15376" name="文字方塊 13"/>
              <p:cNvSpPr txBox="1"/>
              <p:nvPr/>
            </p:nvSpPr>
            <p:spPr>
              <a:xfrm>
                <a:off x="8579" y="6728"/>
                <a:ext cx="106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目標值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  <p:sp>
            <p:nvSpPr>
              <p:cNvPr id="15377" name="文字方塊 14"/>
              <p:cNvSpPr txBox="1"/>
              <p:nvPr/>
            </p:nvSpPr>
            <p:spPr>
              <a:xfrm>
                <a:off x="9766" y="6728"/>
                <a:ext cx="83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差異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  <p:sp>
            <p:nvSpPr>
              <p:cNvPr id="15378" name="文字方塊 15"/>
              <p:cNvSpPr txBox="1"/>
              <p:nvPr/>
            </p:nvSpPr>
            <p:spPr>
              <a:xfrm>
                <a:off x="7477" y="6728"/>
                <a:ext cx="138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實際值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385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6387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6393" name="標題 2"/>
          <p:cNvSpPr>
            <a:spLocks noGrp="1"/>
          </p:cNvSpPr>
          <p:nvPr/>
        </p:nvSpPr>
        <p:spPr>
          <a:xfrm>
            <a:off x="322263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表單關卡角度審核效率分析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6394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1546543"/>
            <a:ext cx="5014913" cy="34798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6395" name="群組 3"/>
          <p:cNvGrpSpPr/>
          <p:nvPr/>
        </p:nvGrpSpPr>
        <p:grpSpPr>
          <a:xfrm>
            <a:off x="3478213" y="4134168"/>
            <a:ext cx="2122487" cy="893763"/>
            <a:chOff x="9818" y="6499"/>
            <a:chExt cx="3343" cy="1407"/>
          </a:xfrm>
        </p:grpSpPr>
        <p:sp>
          <p:nvSpPr>
            <p:cNvPr id="9" name="矩形 8"/>
            <p:cNvSpPr/>
            <p:nvPr/>
          </p:nvSpPr>
          <p:spPr>
            <a:xfrm>
              <a:off x="9818" y="6885"/>
              <a:ext cx="3106" cy="10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TW" altLang="en-US" strike="noStrike" noProof="1"/>
            </a:p>
          </p:txBody>
        </p:sp>
        <p:grpSp>
          <p:nvGrpSpPr>
            <p:cNvPr id="16397" name="群組 12"/>
            <p:cNvGrpSpPr/>
            <p:nvPr/>
          </p:nvGrpSpPr>
          <p:grpSpPr>
            <a:xfrm>
              <a:off x="10036" y="6499"/>
              <a:ext cx="3125" cy="386"/>
              <a:chOff x="7477" y="6728"/>
              <a:chExt cx="3125" cy="386"/>
            </a:xfrm>
          </p:grpSpPr>
          <p:sp>
            <p:nvSpPr>
              <p:cNvPr id="16398" name="文字方塊 9"/>
              <p:cNvSpPr txBox="1"/>
              <p:nvPr/>
            </p:nvSpPr>
            <p:spPr>
              <a:xfrm>
                <a:off x="8579" y="6728"/>
                <a:ext cx="106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目標值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  <p:sp>
            <p:nvSpPr>
              <p:cNvPr id="16399" name="文字方塊 10"/>
              <p:cNvSpPr txBox="1"/>
              <p:nvPr/>
            </p:nvSpPr>
            <p:spPr>
              <a:xfrm>
                <a:off x="9766" y="6728"/>
                <a:ext cx="83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差異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  <p:sp>
            <p:nvSpPr>
              <p:cNvPr id="16400" name="文字方塊 11"/>
              <p:cNvSpPr txBox="1"/>
              <p:nvPr/>
            </p:nvSpPr>
            <p:spPr>
              <a:xfrm>
                <a:off x="7477" y="6728"/>
                <a:ext cx="1386" cy="3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r>
                  <a:rPr lang="zh-TW" altLang="en-US" sz="1000" b="1">
                    <a:solidFill>
                      <a:srgbClr val="1D41D5"/>
                    </a:solidFill>
                    <a:latin typeface="Microsoft YaHei" panose="020B0503020204020204" charset="-122"/>
                    <a:ea typeface="Microsoft YaHei" panose="020B0503020204020204" charset="-122"/>
                  </a:rPr>
                  <a:t>實際值</a:t>
                </a:r>
                <a:endParaRPr lang="zh-TW" altLang="en-US" sz="1000" b="1">
                  <a:solidFill>
                    <a:srgbClr val="1D41D5"/>
                  </a:solidFill>
                  <a:latin typeface="Microsoft YaHei" panose="020B0503020204020204" charset="-122"/>
                  <a:ea typeface="Microsoft YaHei" panose="020B0503020204020204" charset="-122"/>
                </a:endParaRPr>
              </a:p>
            </p:txBody>
          </p:sp>
        </p:grpSp>
      </p:grpSp>
      <p:pic>
        <p:nvPicPr>
          <p:cNvPr id="16401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13" y="2267268"/>
            <a:ext cx="4749800" cy="1866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弧形接點 6"/>
          <p:cNvCxnSpPr>
            <a:endCxn id="16401" idx="2"/>
          </p:cNvCxnSpPr>
          <p:nvPr/>
        </p:nvCxnSpPr>
        <p:spPr>
          <a:xfrm flipV="1">
            <a:off x="5364163" y="4134168"/>
            <a:ext cx="1327150" cy="598488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7409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7411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7417" name="標題 2"/>
          <p:cNvSpPr>
            <a:spLocks noGrp="1"/>
          </p:cNvSpPr>
          <p:nvPr/>
        </p:nvSpPr>
        <p:spPr>
          <a:xfrm>
            <a:off x="322263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人員審核表單關卡狀況查詢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7418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3" y="1608456"/>
            <a:ext cx="5519737" cy="3446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9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788" y="3903981"/>
            <a:ext cx="3738562" cy="12239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弧形接點 5"/>
          <p:cNvCxnSpPr>
            <a:endCxn id="17419" idx="1"/>
          </p:cNvCxnSpPr>
          <p:nvPr/>
        </p:nvCxnSpPr>
        <p:spPr>
          <a:xfrm rot="16200000">
            <a:off x="5099050" y="4707256"/>
            <a:ext cx="504825" cy="12065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433" name="群組 2"/>
          <p:cNvGrpSpPr/>
          <p:nvPr/>
        </p:nvGrpSpPr>
        <p:grpSpPr>
          <a:xfrm>
            <a:off x="277813" y="440056"/>
            <a:ext cx="6002337" cy="593725"/>
            <a:chOff x="2899" y="6841"/>
            <a:chExt cx="9452" cy="936"/>
          </a:xfrm>
        </p:grpSpPr>
        <p:sp>
          <p:nvSpPr>
            <p:cNvPr id="42" name="矩形 41"/>
            <p:cNvSpPr/>
            <p:nvPr/>
          </p:nvSpPr>
          <p:spPr>
            <a:xfrm>
              <a:off x="2899" y="6841"/>
              <a:ext cx="9452" cy="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base">
                <a:defRPr/>
              </a:pPr>
              <a:endParaRPr lang="zh-TW" altLang="en-US" sz="1350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435" name="文字方塊 110"/>
            <p:cNvSpPr txBox="1"/>
            <p:nvPr/>
          </p:nvSpPr>
          <p:spPr>
            <a:xfrm>
              <a:off x="6665" y="6858"/>
              <a:ext cx="1829" cy="4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TW" altLang="en-US" sz="1200" b="1">
                  <a:latin typeface="Microsoft YaHei" panose="020B0503020204020204" charset="-122"/>
                  <a:ea typeface="Microsoft YaHei" panose="020B0503020204020204" charset="-122"/>
                </a:rPr>
                <a:t>流程績效掌控</a:t>
              </a:r>
              <a:endParaRPr lang="zh-TW" altLang="en-US" sz="1200" b="1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4" name="圓角矩形 43"/>
            <p:cNvSpPr/>
            <p:nvPr/>
          </p:nvSpPr>
          <p:spPr>
            <a:xfrm>
              <a:off x="31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流程時效分析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5" name="圓角矩形 44"/>
            <p:cNvSpPr/>
            <p:nvPr/>
          </p:nvSpPr>
          <p:spPr>
            <a:xfrm>
              <a:off x="497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流程瓶頸分析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6" name="圓角矩形 45"/>
            <p:cNvSpPr/>
            <p:nvPr/>
          </p:nvSpPr>
          <p:spPr>
            <a:xfrm>
              <a:off x="679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效率趨勢分析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7" name="圓角矩形 46"/>
            <p:cNvSpPr/>
            <p:nvPr/>
          </p:nvSpPr>
          <p:spPr>
            <a:xfrm>
              <a:off x="8621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流程案量分析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8" name="圓角矩形 47"/>
            <p:cNvSpPr/>
            <p:nvPr/>
          </p:nvSpPr>
          <p:spPr>
            <a:xfrm>
              <a:off x="10446" y="7301"/>
              <a:ext cx="1800" cy="3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defRPr/>
              </a:pPr>
              <a:r>
                <a:rPr lang="zh-TW" altLang="en-US" sz="1200" b="1" strike="noStrike" noProof="1" dirty="0">
                  <a:latin typeface="Microsoft YaHei" panose="020B0503020204020204" charset="-122"/>
                  <a:ea typeface="Microsoft YaHei" panose="020B0503020204020204" charset="-122"/>
                </a:rPr>
                <a:t>處理成本分析</a:t>
              </a:r>
              <a:endParaRPr lang="zh-TW" altLang="en-US" sz="1200" b="1" strike="noStrike" noProof="1" dirty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sp>
        <p:nvSpPr>
          <p:cNvPr id="18441" name="標題 2"/>
          <p:cNvSpPr>
            <a:spLocks noGrp="1"/>
          </p:cNvSpPr>
          <p:nvPr/>
        </p:nvSpPr>
        <p:spPr>
          <a:xfrm>
            <a:off x="322263" y="1033781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每月表單審核效率分析</a:t>
            </a:r>
            <a:endParaRPr lang="zh-TW" altLang="en-US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18442" name="圖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1725931"/>
            <a:ext cx="7083425" cy="3106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7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697231"/>
            <a:ext cx="1987550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58" name="標題 2"/>
          <p:cNvSpPr>
            <a:spLocks noGrp="1"/>
          </p:cNvSpPr>
          <p:nvPr/>
        </p:nvSpPr>
        <p:spPr>
          <a:xfrm>
            <a:off x="1990725" y="460693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量化指標值查詢</a:t>
            </a:r>
            <a:endParaRPr lang="en-US" altLang="zh-TW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288" y="846456"/>
            <a:ext cx="1152525" cy="2159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pic>
        <p:nvPicPr>
          <p:cNvPr id="19460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737043"/>
            <a:ext cx="5534025" cy="3282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250" y="1756093"/>
            <a:ext cx="5089525" cy="3244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1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697231"/>
            <a:ext cx="1987550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2" name="標題 2"/>
          <p:cNvSpPr>
            <a:spLocks noGrp="1"/>
          </p:cNvSpPr>
          <p:nvPr/>
        </p:nvSpPr>
        <p:spPr>
          <a:xfrm>
            <a:off x="1990725" y="460693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部門角度查詢未結案表單</a:t>
            </a:r>
            <a:endParaRPr lang="en-US" altLang="zh-TW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288" y="1036956"/>
            <a:ext cx="1260475" cy="2159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pic>
        <p:nvPicPr>
          <p:cNvPr id="20484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802131"/>
            <a:ext cx="6646863" cy="2817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5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863" y="2453006"/>
            <a:ext cx="6034087" cy="2166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5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697231"/>
            <a:ext cx="1987550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6" name="標題 2"/>
          <p:cNvSpPr>
            <a:spLocks noGrp="1"/>
          </p:cNvSpPr>
          <p:nvPr/>
        </p:nvSpPr>
        <p:spPr>
          <a:xfrm>
            <a:off x="1990725" y="460693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部門人員審核表單關卡狀況</a:t>
            </a:r>
            <a:endParaRPr lang="en-US" altLang="zh-TW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288" y="1268731"/>
            <a:ext cx="1708150" cy="2159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pic>
        <p:nvPicPr>
          <p:cNvPr id="21508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916431"/>
            <a:ext cx="5797550" cy="2522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9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575" y="1916431"/>
            <a:ext cx="4800600" cy="3055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29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697231"/>
            <a:ext cx="1987550" cy="895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標題 2"/>
          <p:cNvSpPr>
            <a:spLocks noGrp="1"/>
          </p:cNvSpPr>
          <p:nvPr/>
        </p:nvSpPr>
        <p:spPr>
          <a:xfrm>
            <a:off x="1990725" y="460693"/>
            <a:ext cx="6423025" cy="73660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ctr" anchorCtr="0"/>
          <a:p>
            <a:pPr defTabSz="685800">
              <a:lnSpc>
                <a:spcPct val="90000"/>
              </a:lnSpc>
            </a:pPr>
            <a:r>
              <a:rPr lang="zh-TW" altLang="en-US" sz="2400" b="1">
                <a:latin typeface="Microsoft YaHei" panose="020B0503020204020204" charset="-122"/>
                <a:ea typeface="Microsoft YaHei" panose="020B0503020204020204" charset="-122"/>
              </a:rPr>
              <a:t>部門表單關卡角度審核效率</a:t>
            </a:r>
            <a:endParaRPr lang="en-US" altLang="zh-TW" sz="2400" b="1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7350" y="1427481"/>
            <a:ext cx="1849438" cy="2159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TW" altLang="en-US" strike="noStrike" noProof="1"/>
          </a:p>
        </p:txBody>
      </p:sp>
      <p:pic>
        <p:nvPicPr>
          <p:cNvPr id="22532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829118"/>
            <a:ext cx="5686425" cy="2481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33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363" y="1829118"/>
            <a:ext cx="4868862" cy="3257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表單逾時警示紀錄維護作業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478345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可查詢所有簽核逾時記錄</a:t>
            </a:r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1367155"/>
            <a:ext cx="8390890" cy="32943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3271" y="3586081"/>
            <a:ext cx="864545" cy="1059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簽核代理人設定作業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848487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管理者何時會需要設定?</a:t>
            </a: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1.表單急迫性高：簽核者出差/請假且未設定表單代理人，單子卡在該主管身上</a:t>
            </a: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2.人員離職：簽核者離職，需將簽核表單移轉至他人代理簽核</a:t>
            </a: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762760"/>
            <a:ext cx="8530590" cy="322199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11835" y="4318635"/>
            <a:ext cx="955040" cy="98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圖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233805"/>
            <a:ext cx="8286750" cy="3733165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程式選單建立作業</a:t>
            </a:r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81965" y="952500"/>
            <a:ext cx="8484870" cy="783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kumimoji="1" lang="zh-TW" altLang="en-US" sz="150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rPr>
              <a:t>新增資料夾目錄、調整作業放置資料夾位置或隱藏該支作業</a:t>
            </a:r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endParaRPr kumimoji="1" lang="zh-TW" altLang="en-US" sz="150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0875" y="3585845"/>
            <a:ext cx="963295" cy="106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95165" y="2412365"/>
            <a:ext cx="909955" cy="49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210435" y="2976880"/>
            <a:ext cx="2231390" cy="318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62175" y="2413000"/>
            <a:ext cx="2280285" cy="391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350" b="0" i="0" u="none" strike="noStrike" kern="1200" cap="none" spc="0" normalizeH="0" baseline="0" noProof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TW"/>
              <a:t>Q&amp;A</a:t>
            </a:r>
            <a:endParaRPr lang="en-US" altLang="zh-TW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INDEX" val="20187308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佈景主題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有底紋母片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WPS Presentation</Application>
  <PresentationFormat>如螢幕大小 (4:3)</PresentationFormat>
  <Paragraphs>188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新細明體</vt:lpstr>
      <vt:lpstr>Wingdings</vt:lpstr>
      <vt:lpstr>新細明體</vt:lpstr>
      <vt:lpstr>+標題中文字型</vt:lpstr>
      <vt:lpstr>Segoe Print</vt:lpstr>
      <vt:lpstr>微軟正黑體</vt:lpstr>
      <vt:lpstr>Calibri</vt:lpstr>
      <vt:lpstr>Microsoft YaHei</vt:lpstr>
      <vt:lpstr>SimSun</vt:lpstr>
      <vt:lpstr>Arial Unicode MS</vt:lpstr>
      <vt:lpstr>Office 佈景主題​​</vt:lpstr>
      <vt:lpstr>1_有底紋母片</vt:lpstr>
      <vt:lpstr>Paint.Picture</vt:lpstr>
      <vt:lpstr>EasyFlow電子簽核系統 相關維護作業說明</vt:lpstr>
      <vt:lpstr>PowerPoint 演示文稿</vt:lpstr>
      <vt:lpstr>公司行事曆維護作業</vt:lpstr>
      <vt:lpstr>產生整年份行事曆</vt:lpstr>
      <vt:lpstr>PowerPoint 演示文稿</vt:lpstr>
      <vt:lpstr>表單查詢作業</vt:lpstr>
      <vt:lpstr>異動表單查詢作業</vt:lpstr>
      <vt:lpstr>表單審核狀態查詢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表單逾時警示紀錄維護作業</vt:lpstr>
      <vt:lpstr>簽核代理人設定作業</vt:lpstr>
      <vt:lpstr>程式選單建立作業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eve</dc:creator>
  <cp:lastModifiedBy>Asus</cp:lastModifiedBy>
  <cp:revision>62</cp:revision>
  <dcterms:created xsi:type="dcterms:W3CDTF">2011-03-01T07:14:00Z</dcterms:created>
  <dcterms:modified xsi:type="dcterms:W3CDTF">2022-07-06T16:00:15Z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