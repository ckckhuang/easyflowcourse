
<file path=[Content_Types].xml><?xml version="1.0" encoding="utf-8"?>
<Types xmlns="http://schemas.openxmlformats.org/package/2006/content-types">
  <Default Extension="jpeg" ContentType="image/jpe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89" r:id="rId3"/>
    <p:sldId id="291" r:id="rId4"/>
    <p:sldId id="292" r:id="rId5"/>
    <p:sldId id="294" r:id="rId6"/>
    <p:sldId id="296" r:id="rId7"/>
    <p:sldId id="299" r:id="rId8"/>
    <p:sldId id="298" r:id="rId9"/>
    <p:sldId id="300" r:id="rId10"/>
    <p:sldId id="301" r:id="rId11"/>
    <p:sldId id="302" r:id="rId12"/>
    <p:sldId id="303" r:id="rId13"/>
    <p:sldId id="304" r:id="rId14"/>
    <p:sldId id="305" r:id="rId15"/>
    <p:sldId id="306" r:id="rId16"/>
    <p:sldId id="307" r:id="rId17"/>
    <p:sldId id="308" r:id="rId18"/>
    <p:sldId id="309" r:id="rId20"/>
    <p:sldId id="310" r:id="rId21"/>
    <p:sldId id="311" r:id="rId22"/>
    <p:sldId id="312" r:id="rId23"/>
    <p:sldId id="313" r:id="rId24"/>
    <p:sldId id="314" r:id="rId25"/>
    <p:sldId id="315" r:id="rId26"/>
    <p:sldId id="316" r:id="rId27"/>
    <p:sldId id="317" r:id="rId28"/>
    <p:sldId id="318" r:id="rId29"/>
    <p:sldId id="319" r:id="rId30"/>
    <p:sldId id="320" r:id="rId31"/>
    <p:sldId id="322" r:id="rId32"/>
    <p:sldId id="323" r:id="rId33"/>
    <p:sldId id="328" r:id="rId34"/>
    <p:sldId id="329" r:id="rId35"/>
    <p:sldId id="327" r:id="rId36"/>
    <p:sldId id="325" r:id="rId37"/>
    <p:sldId id="326" r:id="rId38"/>
    <p:sldId id="295" r:id="rId39"/>
  </p:sldIdLst>
  <p:sldSz cx="9144000" cy="5143500"/>
  <p:notesSz cx="6858000" cy="9144000"/>
  <p:defaultTextStyle>
    <a:defPPr>
      <a:defRPr lang="zh-TW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未知的使用者134" initials="未" lastIdx="1" clrIdx="0"/>
  <p:cmAuthor id="2" name="未知用户381" initials="未" lastIdx="1" clrIdx="0"/>
  <p:cmAuthor id="3" name="Johnny Hsieh" initials="J" lastIdx="1" clrIdx="0"/>
  <p:cmAuthor id="4" name="未知用户382" initials="未" lastIdx="1" clrIdx="0"/>
  <p:cmAuthor id="5" name="未知用户6" initials="未" lastIdx="1" clrIdx="0"/>
  <p:cmAuthor id="6" name="未知用户383" initials="未" lastIdx="1" clrIdx="0"/>
  <p:cmAuthor id="7" name="rita" initials="r" lastIdx="1" clrIdx="1"/>
  <p:cmAuthor id="8" name="未知用户384" initials="未" lastIdx="1" clrIdx="0"/>
  <p:cmAuthor id="9" name="Cindy-NB" initials="C" lastIdx="1" clrIdx="0"/>
  <p:cmAuthor id="10" name="Louis Lu" initials="L" lastIdx="5" clrIdx="1"/>
  <p:cmAuthor id="11" name="未知用户385" initials="未" lastIdx="2" clrIdx="0"/>
  <p:cmAuthor id="12" name="未知用户4" initials="未" lastIdx="1" clrIdx="0"/>
  <p:cmAuthor id="13" name="未知用户386" initials="未" lastIdx="1" clrIdx="1"/>
  <p:cmAuthor id="14" name="Kevin Hu" initials="K" lastIdx="1" clrIdx="0"/>
  <p:cmAuthor id="15" name="未知用户429" initials="未" lastIdx="1" clrIdx="0"/>
  <p:cmAuthor id="16" name="Neno Loje" initials="N" lastIdx="1" clrIdx="0"/>
  <p:cmAuthor id="17" name="未知用户348" initials="未" lastIdx="1" clrIdx="0"/>
  <p:cmAuthor id="18" name="Unknown User1" initials="U" lastIdx="1" clrIdx="0"/>
  <p:cmAuthor id="19" name="未知用户430" initials="未" lastIdx="2" clrIdx="0"/>
  <p:cmAuthor id="20" name="elfinhsu" initials="e" lastIdx="1" clrIdx="0"/>
  <p:cmAuthor id="21" name="未知用户389" initials="未" lastIdx="1" clrIdx="0"/>
  <p:cmAuthor id="22" name="未知用户1" initials="未" lastIdx="1" clrIdx="0"/>
  <p:cmAuthor id="23" name="未知用户350" initials="未" lastIdx="1" clrIdx="0"/>
  <p:cmAuthor id="24" name="未知的使用者4" initials="未" lastIdx="1" clrIdx="0"/>
  <p:cmAuthor id="25" name="未知用户431" initials="未" lastIdx="1" clrIdx="0"/>
  <p:cmAuthor id="26" name="未知的使用者2" initials="未" lastIdx="1" clrIdx="0"/>
  <p:cmAuthor id="27" name="未知用户351" initials="未" lastIdx="8" clrIdx="0"/>
  <p:cmAuthor id="28" name="未知的使用者10" initials="未" lastIdx="1" clrIdx="0"/>
  <p:cmAuthor id="29" name="未知用户432" initials="未" lastIdx="1" clrIdx="0"/>
  <p:cmAuthor id="30" name="未知用户12" initials="未" lastIdx="8" clrIdx="0"/>
  <p:cmAuthor id="31" name="未知用户392" initials="未" lastIdx="1" clrIdx="0"/>
  <p:cmAuthor id="32" name="未知用户13" initials="未" lastIdx="1" clrIdx="0"/>
  <p:cmAuthor id="33" name="未知用户433" initials="未" lastIdx="1" clrIdx="0"/>
  <p:cmAuthor id="34" name="未知用户14" initials="未" lastIdx="1" clrIdx="0"/>
  <p:cmAuthor id="35" name="未知用户434" initials="未" lastIdx="1" clrIdx="0"/>
  <p:cmAuthor id="36" name="未知的使用者7" initials="未" lastIdx="1" clrIdx="0"/>
  <p:cmAuthor id="37" name="未知用户393" initials="未" lastIdx="11" clrIdx="0"/>
  <p:cmAuthor id="38" name="未知用户8" initials="未" lastIdx="1" clrIdx="0"/>
  <p:cmAuthor id="39" name="未知用户435" initials="未" lastIdx="7" clrIdx="1"/>
  <p:cmAuthor id="40" name="未知用户9" initials="未" lastIdx="1" clrIdx="0"/>
  <p:cmAuthor id="41" name="未知用户356" initials="未" lastIdx="1" clrIdx="2"/>
  <p:cmAuthor id="42" name="微软用户" initials="微" lastIdx="1" clrIdx="0"/>
  <p:cmAuthor id="43" name="未知用户436" initials="未" lastIdx="1" clrIdx="0"/>
  <p:cmAuthor id="44" name="未知的使用者6" initials="未" lastIdx="1" clrIdx="0"/>
  <p:cmAuthor id="45" name="未知用户396" initials="未" lastIdx="1" clrIdx="0"/>
  <p:cmAuthor id="46" name="August" initials="A" lastIdx="1" clrIdx="0"/>
  <p:cmAuthor id="47" name="未知用户437" initials="未" lastIdx="1" clrIdx="1"/>
  <p:cmAuthor id="48" name="未知用户343" initials="未" lastIdx="1" clrIdx="0"/>
  <p:cmAuthor id="49" name="未知用户397" initials="未" lastIdx="1" clrIdx="0"/>
  <p:cmAuthor id="50" name="未知的使用者19" initials="未" lastIdx="8" clrIdx="0"/>
  <p:cmAuthor id="51" name="未知用户419" initials="未" lastIdx="1" clrIdx="0"/>
  <p:cmAuthor id="52" name="未知的使用者20" initials="未" lastIdx="1" clrIdx="0"/>
  <p:cmAuthor id="53" name="未知用户399" initials="未" lastIdx="2" clrIdx="0"/>
  <p:cmAuthor id="54" name="未知的使用者21" initials="未" lastIdx="1" clrIdx="0"/>
  <p:cmAuthor id="55" name="未知用户438" initials="未" lastIdx="7" clrIdx="1"/>
  <p:cmAuthor id="56" name="未知的使用者17" initials="未" lastIdx="8" clrIdx="0"/>
  <p:cmAuthor id="57" name="未知用户401" initials="未" lastIdx="43" clrIdx="1"/>
  <p:cmAuthor id="58" name="未知的使用者18" initials="未" lastIdx="1" clrIdx="0"/>
  <p:cmAuthor id="59" name="未知用户402" initials="未" lastIdx="1" clrIdx="0"/>
  <p:cmAuthor id="60" name="未知的使用者15" initials="未" lastIdx="1" clrIdx="0"/>
  <p:cmAuthor id="61" name="未知用户403" initials="未" lastIdx="1" clrIdx="0"/>
  <p:cmAuthor id="62" name="Deanna Schuler (Bookey Consulting)" initials="D" lastIdx="2" clrIdx="0"/>
  <p:cmAuthor id="63" name="未知用户327" initials="未" lastIdx="1" clrIdx="0"/>
  <p:cmAuthor id="64" name="Wenwen" initials="W" lastIdx="1" clrIdx="1"/>
  <p:cmAuthor id="65" name="未知用户404" initials="未" lastIdx="1" clrIdx="0"/>
  <p:cmAuthor id="66" name="Administrator" initials="A" lastIdx="1" clrIdx="0"/>
  <p:cmAuthor id="67" name="未知用户405" initials="未" lastIdx="1" clrIdx="0"/>
  <p:cmAuthor id="68" name="未知的使用者100" initials="未" lastIdx="0" clrIdx="1"/>
  <p:cmAuthor id="69" name="未知用户439" initials="未" lastIdx="2" clrIdx="0"/>
  <p:cmAuthor id="70" name="未知用户406" initials="未" lastIdx="0" clrIdx="0"/>
  <p:cmAuthor id="71" name="未知用户15" initials="未" lastIdx="0" clrIdx="1"/>
  <p:cmAuthor id="72" name="未知用户440" initials="未" lastIdx="1" clrIdx="0"/>
  <p:cmAuthor id="73" name="庆芳 许" initials="庆" lastIdx="1" clrIdx="2"/>
  <p:cmAuthor id="74" name="未知用户441" initials="未" lastIdx="1" clrIdx="0"/>
  <p:cmAuthor id="75" name="hu yan" initials="h" lastIdx="1" clrIdx="3"/>
  <p:cmAuthor id="76" name="未知用户442" initials="未" lastIdx="1" clrIdx="0"/>
  <p:cmAuthor id="77" name="未知用户409" initials="未" lastIdx="2" clrIdx="2"/>
  <p:cmAuthor id="78" name="未知的使用者11" initials="未" lastIdx="1" clrIdx="0"/>
  <p:cmAuthor id="79" name="未知用户443" initials="未" lastIdx="1" clrIdx="0"/>
  <p:cmAuthor id="80" name="Unknown User7" initials="U" lastIdx="1" clrIdx="0"/>
  <p:cmAuthor id="81" name="未知用户411" initials="未" lastIdx="3" clrIdx="1"/>
  <p:cmAuthor id="82" name="Unknown User8" initials="U" lastIdx="1" clrIdx="0"/>
  <p:cmAuthor id="83" name="未知用户444" initials="未" lastIdx="6" clrIdx="0"/>
  <p:cmAuthor id="84" name="未知的使用者8" initials="未" lastIdx="1" clrIdx="0"/>
  <p:cmAuthor id="85" name="未知用户413" initials="未" lastIdx="1" clrIdx="1"/>
  <p:cmAuthor id="86" name="未知用户19" initials="未" lastIdx="1" clrIdx="0"/>
  <p:cmAuthor id="87" name="未知用户445" initials="未" lastIdx="1" clrIdx="0"/>
  <p:cmAuthor id="88" name="未知的使用者51" initials="未" lastIdx="10" clrIdx="0"/>
  <p:cmAuthor id="89" name="未知用户446" initials="未" lastIdx="1" clrIdx="0"/>
  <p:cmAuthor id="90" name="未知的使用者53" initials="未" lastIdx="1" clrIdx="0"/>
  <p:cmAuthor id="91" name="未知用户447" initials="未" lastIdx="1" clrIdx="0"/>
  <p:cmAuthor id="92" name="未知的使用者46" initials="未" lastIdx="1" clrIdx="1"/>
  <p:cmAuthor id="93" name="未知用户448" initials="未" lastIdx="1" clrIdx="0"/>
  <p:cmAuthor id="94" name="未知用户2" initials="未" lastIdx="1" clrIdx="0"/>
  <p:cmAuthor id="95" name="未知用户333" initials="未" lastIdx="1" clrIdx="0"/>
  <p:cmAuthor id="96" name="未知的使用者24" initials="未" lastIdx="8" clrIdx="0"/>
  <p:cmAuthor id="97" name="未知用户417" initials="未" lastIdx="1" clrIdx="0"/>
  <p:cmAuthor id="98" name="未知的使用者25" initials="未" lastIdx="1" clrIdx="0"/>
  <p:cmAuthor id="99" name="未知用户449" initials="未" lastIdx="1" clrIdx="0"/>
  <p:cmAuthor id="100" name="未知的使用者26" initials="未" lastIdx="1" clrIdx="0"/>
  <p:cmAuthor id="101" name="未知用户418" initials="未" lastIdx="1" clrIdx="0"/>
  <p:cmAuthor id="102" name="未知的使用者27" initials="未" lastIdx="8" clrIdx="0"/>
  <p:cmAuthor id="103" name="未知用户450" initials="未" lastIdx="6" clrIdx="0"/>
  <p:cmAuthor id="104" name="未知的使用者28" initials="未" lastIdx="1" clrIdx="0"/>
  <p:cmAuthor id="105" name="未知用户423" initials="未" lastIdx="0" clrIdx="0"/>
  <p:cmAuthor id="106" name="未知的使用者29" initials="未" lastIdx="1" clrIdx="0"/>
  <p:cmAuthor id="107" name="未知用户424" initials="未" lastIdx="5" clrIdx="0"/>
  <p:cmAuthor id="108" name="Jason Wang" initials="J" lastIdx="1" clrIdx="0"/>
  <p:cmAuthor id="109" name="未知用户425" initials="未" lastIdx="3" clrIdx="1"/>
  <p:cmAuthor id="110" name="未知用户5" initials="未" lastIdx="1" clrIdx="0"/>
  <p:cmAuthor id="111" name="未知用户451" initials="未" lastIdx="1" clrIdx="0"/>
  <p:cmAuthor id="112" name="未知的使用者9" initials="未" lastIdx="1" clrIdx="0"/>
  <p:cmAuthor id="113" name="未知用户452" initials="未" lastIdx="1" clrIdx="0"/>
  <p:cmAuthor id="114" name="王鹏凯" initials="王" lastIdx="1" clrIdx="0"/>
  <p:cmAuthor id="115" name="未知用户453" initials="未" lastIdx="1" clrIdx="0"/>
  <p:cmAuthor id="116" name="未知用户454" initials="未" lastIdx="1" clrIdx="2"/>
  <p:cmAuthor id="117" name="Saku Uchikawa" initials="S" lastIdx="11" clrIdx="0"/>
  <p:cmAuthor id="118" name="未知用户455" initials="未" lastIdx="1" clrIdx="0"/>
  <p:cmAuthor id="119" name="未知的使用者3" initials="未" lastIdx="7" clrIdx="1"/>
  <p:cmAuthor id="120" name="未知用户456" initials="未" lastIdx="1" clrIdx="0"/>
  <p:cmAuthor id="121" name="張秀娟" initials="張" lastIdx="1" clrIdx="2"/>
  <p:cmAuthor id="122" name="未知用户457" initials="未" lastIdx="10" clrIdx="0"/>
  <p:cmAuthor id="123" name="未知的使用者34" initials="未" lastIdx="1" clrIdx="0"/>
  <p:cmAuthor id="124" name="未知用户458" initials="未" lastIdx="1" clrIdx="0"/>
  <p:cmAuthor id="125" name="未知的使用者35" initials="未" lastIdx="1" clrIdx="0"/>
  <p:cmAuthor id="126" name="未知的使用者30" initials="未" lastIdx="8" clrIdx="0"/>
  <p:cmAuthor id="127" name="未知的使用者31" initials="未" lastIdx="1" clrIdx="0"/>
  <p:cmAuthor id="128" name="未知的使用者32" initials="未" lastIdx="1" clrIdx="0"/>
  <p:cmAuthor id="129" name="未知的使用者22" initials="未" lastIdx="8" clrIdx="0"/>
  <p:cmAuthor id="130" name="未知的使用者23" initials="未" lastIdx="1" clrIdx="0"/>
  <p:cmAuthor id="131" name="LeeElva" initials="L" lastIdx="1" clrIdx="0"/>
  <p:cmAuthor id="132" name="未知用户22" initials="未" lastIdx="1" clrIdx="0"/>
  <p:cmAuthor id="133" name="未知用户24" initials="未" lastIdx="1" clrIdx="0"/>
  <p:cmAuthor id="134" name="未知用户66" initials="未" lastIdx="1" clrIdx="0"/>
  <p:cmAuthor id="135" name="未知用户67" initials="未" lastIdx="1" clrIdx="0"/>
  <p:cmAuthor id="136" name="未知用户62" initials="未" lastIdx="1" clrIdx="1"/>
  <p:cmAuthor id="137" name="P00035_jeremy" initials="P" lastIdx="1" clrIdx="0"/>
  <p:cmAuthor id="138" name="朱晓瑜" initials="朱" lastIdx="54" clrIdx="0"/>
  <p:cmAuthor id="139" name="djj" initials="d" lastIdx="2" clrIdx="0"/>
  <p:cmAuthor id="140" name="lianghb" initials="l" lastIdx="19" clrIdx="0"/>
  <p:cmAuthor id="141" name="linyd" initials="l" lastIdx="3" clrIdx="1"/>
  <p:cmAuthor id="142" name="muzi wei" initials="m" lastIdx="1" clrIdx="0"/>
  <p:cmAuthor id="143" name="Windows 用户" initials="W" lastIdx="1" clrIdx="0"/>
  <p:cmAuthor id="144" name="未知用户56" initials="未" lastIdx="1" clrIdx="0"/>
  <p:cmAuthor id="145" name="未知用户55" initials="未" lastIdx="1" clrIdx="0"/>
  <p:cmAuthor id="146" name="未知用户51" initials="未" lastIdx="1" clrIdx="1"/>
  <p:cmAuthor id="147" name="未知的使用者16" initials="未" lastIdx="8" clrIdx="0"/>
  <p:cmAuthor id="148" name="Shawna Strickland" initials="S" lastIdx="2" clrIdx="0"/>
  <p:cmAuthor id="149" name="Ashley Eberenz" initials="A" lastIdx="7" clrIdx="1"/>
  <p:cmAuthor id="150" name="Mary Feil-Jacobs" initials="M" lastIdx="43" clrIdx="1"/>
  <p:cmAuthor id="151" name="未知用户81" initials="未" lastIdx="1" clrIdx="0"/>
  <p:cmAuthor id="152" name="未知用户82" initials="未" lastIdx="1" clrIdx="0"/>
  <p:cmAuthor id="153" name="未知用户83" initials="未" lastIdx="1" clrIdx="1"/>
  <p:cmAuthor id="154" name="未知的使用者67" initials="未" lastIdx="1" clrIdx="0"/>
  <p:cmAuthor id="155" name="未知的使用者68" initials="未" lastIdx="1" clrIdx="0"/>
  <p:cmAuthor id="156" name="未知的使用者69" initials="未" lastIdx="1" clrIdx="1"/>
  <p:cmAuthor id="157" name="未知的使用者56" initials="未" lastIdx="1" clrIdx="0"/>
  <p:cmAuthor id="158" name="未知的使用者55" initials="未" lastIdx="1" clrIdx="0"/>
  <p:cmAuthor id="159" name="未知的使用者52" initials="未" lastIdx="1" clrIdx="1"/>
  <p:cmAuthor id="160" name="未知的使用者72" initials="未" lastIdx="1" clrIdx="0"/>
  <p:cmAuthor id="161" name="未知的使用者74" initials="未" lastIdx="1" clrIdx="0"/>
  <p:cmAuthor id="162" name="未知的使用者71" initials="未" lastIdx="1" clrIdx="1"/>
  <p:cmAuthor id="163" name="P1063cindychen" initials="P" lastIdx="6" clrIdx="0"/>
  <p:cmAuthor id="164" name="Daniel Wuu" initials="D" lastIdx="1" clrIdx="0"/>
  <p:cmAuthor id="165" name="px" initials="p" lastIdx="3" clrIdx="1"/>
  <p:cmAuthor id="166" name="LiuHui" initials="L" lastIdx="1" clrIdx="0"/>
  <p:cmAuthor id="167" name="AbuSina" initials="A" lastIdx="2" clrIdx="0"/>
  <p:cmAuthor id="168" name="Sky123.Org" initials="S" lastIdx="1" clrIdx="0"/>
  <p:cmAuthor id="169" name="周元元" initials="周" lastIdx="5" clrIdx="0"/>
  <p:cmAuthor id="170" name="未知用户18" initials="未" lastIdx="10" clrIdx="0"/>
  <p:cmAuthor id="171" name="未知用户21" initials="未" lastIdx="1" clrIdx="0"/>
  <p:cmAuthor id="172" name="YUMINGNJ" initials="Y" lastIdx="3" clrIdx="0"/>
  <p:cmAuthor id="173" name="daphne" initials="d" lastIdx="1" clrIdx="0"/>
  <p:cmAuthor id="174" name="qiantong" initials="q" lastIdx="3" clrIdx="1"/>
  <p:cmAuthor id="175" name="116304" initials="1" lastIdx="1" clrIdx="1"/>
  <p:cmAuthor id="176" name="未知的使用者13" initials="未" lastIdx="1" clrIdx="0"/>
  <p:cmAuthor id="177" name="未知的使用者14" initials="未" lastIdx="2" clrIdx="0"/>
  <p:cmAuthor id="178" name="廖麗華" initials="廖" lastIdx="1" clrIdx="0"/>
  <p:cmAuthor id="179" name="未知的使用者12" initials="未" lastIdx="1" clrIdx="0"/>
  <p:cmAuthor id="180" name="qihua-DCMS" initials="q" lastIdx="0" clrIdx="0"/>
  <p:cmAuthor id="181" name="yuanzh" initials="y" lastIdx="1" clrIdx="1"/>
  <p:cmAuthor id="182" name="曾红" initials="曾" lastIdx="0" clrIdx="0"/>
  <p:cmAuthor id="183" name="未知用户16" initials="未" lastIdx="1" clrIdx="0"/>
  <p:cmAuthor id="184" name="未知用户17" initials="未" lastIdx="0" clrIdx="1"/>
  <p:cmAuthor id="185" name="mm" initials="m" lastIdx="1" clrIdx="0"/>
  <p:cmAuthor id="186" name="liupeng" initials="l" lastIdx="1" clrIdx="1"/>
  <p:cmAuthor id="187" name="周宏達JerryChou" initials="周" lastIdx="6" clrIdx="2"/>
  <p:cmAuthor id="188" name="luxu" initials="l" lastIdx="22" clrIdx="0"/>
  <p:cmAuthor id="189" name="hl sun" initials="h" lastIdx="1" clrIdx="0"/>
  <p:cmAuthor id="190" name="不明使用者20" initials="不" lastIdx="1" clrIdx="0"/>
  <p:cmAuthor id="191" name="不明使用者21" initials="不" lastIdx="1" clrIdx="0"/>
  <p:cmAuthor id="192" name="不明使用者18" initials="不" lastIdx="0" clrIdx="1"/>
  <p:cmAuthor id="193" name="不明使用者19" initials="不" lastIdx="1" clrIdx="0"/>
  <p:cmAuthor id="194" name="yuexuejun" initials="y" lastIdx="3" clrIdx="0"/>
  <p:cmAuthor id="195" name="未知的使用者76" initials="未" lastIdx="1" clrIdx="0"/>
  <p:cmAuthor id="196" name="未知的使用者70" initials="未" lastIdx="1" clrIdx="0"/>
  <p:cmAuthor id="197" name="未知的使用者73" initials="未" lastIdx="1" clrIdx="0"/>
  <p:cmAuthor id="198" name="未知用户57" initials="未" lastIdx="1" clrIdx="0"/>
  <p:cmAuthor id="199" name="未知用户58" initials="未" lastIdx="5" clrIdx="1"/>
  <p:cmAuthor id="200" name="未知用户59" initials="未" lastIdx="0" clrIdx="1"/>
  <p:cmAuthor id="201" name="Christina" initials="C" lastIdx="0" clrIdx="0"/>
  <p:cmAuthor id="202" name="jet" initials="j" lastIdx="1" clrIdx="0"/>
  <p:cmAuthor id="203" name="未知用户103" initials="未" lastIdx="1" clrIdx="0"/>
  <p:cmAuthor id="204" name="未知用户104" initials="未" lastIdx="1" clrIdx="0"/>
  <p:cmAuthor id="205" name="未知用户102" initials="未" lastIdx="1" clrIdx="1"/>
  <p:cmAuthor id="206" name="未知用户99" initials="未" lastIdx="1" clrIdx="0"/>
  <p:cmAuthor id="207" name="未知的使用者95" initials="未" lastIdx="1" clrIdx="0"/>
  <p:cmAuthor id="208" name="未知的使用者92" initials="未" lastIdx="1" clrIdx="0"/>
  <p:cmAuthor id="209" name="未知的使用者93" initials="未" lastIdx="1" clrIdx="1"/>
  <p:cmAuthor id="210" name="未知的使用者94" initials="未" lastIdx="1" clrIdx="2"/>
  <p:cmAuthor id="211" name="未知的使用者119" initials="未" lastIdx="1" clrIdx="0"/>
  <p:cmAuthor id="212" name="未知的使用者120" initials="未" lastIdx="1" clrIdx="0"/>
  <p:cmAuthor id="213" name="未知的使用者121" initials="未" lastIdx="1" clrIdx="1"/>
  <p:cmAuthor id="214" name="未知的使用者111" initials="未" lastIdx="1" clrIdx="2"/>
  <p:cmAuthor id="215" name="未知用户114" initials="未" lastIdx="1" clrIdx="0"/>
  <p:cmAuthor id="216" name="未知用户115" initials="未" lastIdx="1" clrIdx="0"/>
  <p:cmAuthor id="217" name="未知用户116" initials="未" lastIdx="1" clrIdx="1"/>
  <p:cmAuthor id="218" name="未知用户117" initials="未" lastIdx="1" clrIdx="2"/>
  <p:cmAuthor id="219" name="未知用户61" initials="未" lastIdx="8" clrIdx="0"/>
  <p:cmAuthor id="220" name="未知用户60" initials="未" lastIdx="1" clrIdx="0"/>
  <p:cmAuthor id="221" name="未知用户123" initials="未" lastIdx="1" clrIdx="0"/>
  <p:cmAuthor id="222" name="未知用户124" initials="未" lastIdx="1" clrIdx="0"/>
  <p:cmAuthor id="223" name="未知用户125" initials="未" lastIdx="1" clrIdx="1"/>
  <p:cmAuthor id="224" name="未知用户126" initials="未" lastIdx="1" clrIdx="0"/>
  <p:cmAuthor id="225" name="未知用户63" initials="未" lastIdx="1" clrIdx="1"/>
  <p:cmAuthor id="226" name="未知用户84" initials="未" lastIdx="1" clrIdx="0"/>
  <p:cmAuthor id="227" name="未知用户105" initials="未" lastIdx="1" clrIdx="0"/>
  <p:cmAuthor id="228" name="未知用户106" initials="未" lastIdx="1" clrIdx="0"/>
  <p:cmAuthor id="229" name="未知用户107" initials="未" lastIdx="1" clrIdx="1"/>
  <p:cmAuthor id="230" name="未知用户108" initials="未" lastIdx="1" clrIdx="0"/>
  <p:cmAuthor id="231" name="Unknown User69" initials="U" lastIdx="8" clrIdx="0"/>
  <p:cmAuthor id="232" name="未知用户186" initials="未" lastIdx="1" clrIdx="0"/>
  <p:cmAuthor id="233" name="thomas" initials="t" lastIdx="1" clrIdx="49"/>
  <p:cmAuthor id="234" name="唐可欣" initials="唐" lastIdx="1" clrIdx="0"/>
  <p:cmAuthor id="235" name="未知的使用者33" initials="未" lastIdx="1" clrIdx="0"/>
  <p:cmAuthor id="236" name="Ted Su" initials="T" lastIdx="1" clrIdx="78"/>
  <p:cmAuthor id="237" name="未知的使用者110" initials="未" lastIdx="1" clrIdx="0"/>
  <p:cmAuthor id="238" name="未知的使用者223" initials="未" lastIdx="1" clrIdx="1"/>
  <p:cmAuthor id="239" name="未知用户85" initials="未" lastIdx="1" clrIdx="0"/>
  <p:cmAuthor id="240" name="R affer" initials="R" lastIdx="1" clrIdx="0"/>
  <p:cmAuthor id="241" name="未知用户86" initials="未" lastIdx="1" clrIdx="0"/>
  <p:cmAuthor id="242" name="未知用户129" initials="未" lastIdx="1" clrIdx="0"/>
  <p:cmAuthor id="243" name="未知用户127" initials="未" lastIdx="1" clrIdx="1"/>
  <p:cmAuthor id="244" name="未知用户128" initials="未" lastIdx="1" clrIdx="2"/>
  <p:cmAuthor id="245" name="shinin" initials="s" lastIdx="2" clrIdx="0"/>
  <p:cmAuthor id="246" name="未知用户109" initials="未" lastIdx="1" clrIdx="1"/>
  <p:cmAuthor id="247" name="未知的使用者41" initials="未" lastIdx="1" clrIdx="0"/>
  <p:cmAuthor id="248" name="Unknown User28" initials="U" lastIdx="3" clrIdx="1"/>
  <p:cmAuthor id="249" name="未知用户10" initials="未" lastIdx="1" clrIdx="1"/>
  <p:cmAuthor id="250" name="未知用户11" initials="未" lastIdx="1" clrIdx="0"/>
  <p:cmAuthor id="251" name="Unknown User117" initials="U" lastIdx="10" clrIdx="0"/>
  <p:cmAuthor id="252" name="Unknown User63" initials="U" lastIdx="8" clrIdx="0"/>
  <p:cmAuthor id="253" name="Unknown User115" initials="U" lastIdx="10" clrIdx="0"/>
  <p:cmAuthor id="254" name="Unknown User116" initials="U" lastIdx="0" clrIdx="1"/>
  <p:cmAuthor id="255" name="Unknown User65" initials="U" lastIdx="1" clrIdx="0"/>
  <p:cmAuthor id="256" name="Unknown User66" initials="U" lastIdx="1" clrIdx="0"/>
  <p:cmAuthor id="257" name="Unknown User67" initials="U" lastIdx="1" clrIdx="0"/>
  <p:cmAuthor id="258" name="未知的使用者156" initials="未" lastIdx="1" clrIdx="0"/>
  <p:cmAuthor id="259" name="未知的使用者138" initials="未" lastIdx="1" clrIdx="1"/>
  <p:cmAuthor id="260" name="Unknown User70" initials="U" lastIdx="1" clrIdx="0"/>
  <p:cmAuthor id="261" name="未知的使用者112" initials="未" lastIdx="1" clrIdx="1"/>
  <p:cmAuthor id="262" name="未知的使用者113" initials="未" lastIdx="1" clrIdx="2"/>
  <p:cmAuthor id="263" name="未知的使用者117" initials="未" lastIdx="1" clrIdx="0"/>
  <p:cmAuthor id="264" name="未知的使用者118" initials="未" lastIdx="1" clrIdx="0"/>
  <p:cmAuthor id="265" name="未知的使用者115" initials="未" lastIdx="1" clrIdx="1"/>
  <p:cmAuthor id="266" name="clinchen" initials="c" lastIdx="0" clrIdx="1"/>
  <p:cmAuthor id="267" name="Unknown User68" initials="U" lastIdx="1" clrIdx="0"/>
  <p:cmAuthor id="268" name="hanjuncompany" initials="h" lastIdx="1" clrIdx="0"/>
  <p:cmAuthor id="269" name="未知用户3" initials="未" lastIdx="1" clrIdx="0"/>
  <p:cmAuthor id="270" name="kathy chen" initials="k" lastIdx="3" clrIdx="0"/>
  <p:cmAuthor id="271" name="未知的使用者63" initials="未" lastIdx="1" clrIdx="0"/>
  <p:cmAuthor id="272" name="未知的使用者64" initials="未" lastIdx="3" clrIdx="1"/>
  <p:cmAuthor id="273" name="未知的使用者48" initials="未" lastIdx="1" clrIdx="0"/>
  <p:cmAuthor id="274" name="未知的使用者47" initials="未" lastIdx="1" clrIdx="0"/>
  <p:cmAuthor id="275" name="未知的使用者49" initials="未" lastIdx="1" clrIdx="0"/>
  <p:cmAuthor id="276" name="未知的使用者60" initials="未" lastIdx="8" clrIdx="0"/>
  <p:cmAuthor id="277" name="未知的使用者59" initials="未" lastIdx="1" clrIdx="0"/>
  <p:cmAuthor id="278" name="未知的使用者57" initials="未" lastIdx="1" clrIdx="0"/>
  <p:cmAuthor id="279" name="未知的使用者54" initials="未" lastIdx="1" clrIdx="0"/>
  <p:cmAuthor id="280" name="未知的使用者66" initials="未" lastIdx="8" clrIdx="0"/>
  <p:cmAuthor id="281" name="未知的使用者65" initials="未" lastIdx="1" clrIdx="0"/>
  <p:cmAuthor id="282" name="maxine" initials="m" lastIdx="0" clrIdx="0"/>
  <p:cmAuthor id="283" name="未知的使用者43" initials="未" lastIdx="1" clrIdx="0"/>
  <p:cmAuthor id="284" name="未知的使用者40" initials="未" lastIdx="1" clrIdx="0"/>
  <p:cmAuthor id="285" name="未知的使用者105" initials="未" lastIdx="1" clrIdx="0"/>
  <p:cmAuthor id="286" name="未知的使用者106" initials="未" lastIdx="3" clrIdx="1"/>
  <p:cmAuthor id="287" name="未知的使用者107" initials="未" lastIdx="1" clrIdx="1"/>
  <p:cmAuthor id="288" name="未知的使用者108" initials="未" lastIdx="1" clrIdx="0"/>
  <p:cmAuthor id="289" name="未知的使用者86" initials="未" lastIdx="1" clrIdx="0"/>
  <p:cmAuthor id="290" name="未知的使用者103" initials="未" lastIdx="8" clrIdx="0"/>
  <p:cmAuthor id="291" name="未知的使用者104" initials="未" lastIdx="1" clrIdx="0"/>
  <p:cmAuthor id="292" name="未知的使用者98" initials="未" lastIdx="1" clrIdx="0"/>
  <p:cmAuthor id="293" name="未知的使用者116" initials="未" lastIdx="1" clrIdx="1"/>
  <p:cmAuthor id="294" name="未知的使用者42" initials="未" lastIdx="8" clrIdx="0"/>
  <p:cmAuthor id="295" name="未知的使用者44" initials="未" lastIdx="1" clrIdx="0"/>
  <p:cmAuthor id="296" name="未知的使用者36" initials="未" lastIdx="8" clrIdx="0"/>
  <p:cmAuthor id="297" name="未知的使用者37" initials="未" lastIdx="1" clrIdx="0"/>
  <p:cmAuthor id="298" name="未知的使用者38" initials="未" lastIdx="1" clrIdx="0"/>
  <p:cmAuthor id="299" name="未知的使用者45" initials="未" lastIdx="8" clrIdx="0"/>
  <p:cmAuthor id="300" name="未知的使用者126" initials="未" lastIdx="1" clrIdx="0"/>
  <p:cmAuthor id="301" name="未知的使用者127" initials="未" lastIdx="3" clrIdx="1"/>
  <p:cmAuthor id="302" name="未知的使用者128" initials="未" lastIdx="1" clrIdx="1"/>
  <p:cmAuthor id="303" name="未知的使用者124" initials="未" lastIdx="1" clrIdx="0"/>
  <p:cmAuthor id="304" name="未知的使用者125" initials="未" lastIdx="1" clrIdx="0"/>
  <p:cmAuthor id="305" name="Sara Chen" initials="S" lastIdx="1" clrIdx="0"/>
  <p:cmAuthor id="306" name="huang gerrard" initials="h" lastIdx="1" clrIdx="0"/>
  <p:cmAuthor id="307" name="未知用户170" initials="未" lastIdx="1" clrIdx="0"/>
  <p:cmAuthor id="308" name="未知用户171" initials="未" lastIdx="5" clrIdx="1"/>
  <p:cmAuthor id="309" name="未知用户172" initials="未" lastIdx="1" clrIdx="1"/>
  <p:cmAuthor id="310" name="未知用户173" initials="未" lastIdx="1" clrIdx="0"/>
  <p:cmAuthor id="311" name="未知用户149" initials="未" lastIdx="1" clrIdx="0"/>
  <p:cmAuthor id="312" name="未知用户150" initials="未" lastIdx="1" clrIdx="0"/>
  <p:cmAuthor id="313" name="未知用户151" initials="未" lastIdx="2" clrIdx="0"/>
  <p:cmAuthor id="314" name="未知用户152" initials="未" lastIdx="8" clrIdx="0"/>
  <p:cmAuthor id="315" name="未知用户153" initials="未" lastIdx="8" clrIdx="0"/>
  <p:cmAuthor id="316" name="未知用户154" initials="未" lastIdx="1" clrIdx="0"/>
  <p:cmAuthor id="317" name="未知用户155" initials="未" lastIdx="1" clrIdx="0"/>
  <p:cmAuthor id="318" name="未知用户41" initials="未" lastIdx="8" clrIdx="0"/>
  <p:cmAuthor id="319" name="未知用户44" initials="未" lastIdx="1" clrIdx="0"/>
  <p:cmAuthor id="320" name="未知用户45" initials="未" lastIdx="1" clrIdx="0"/>
  <p:cmAuthor id="321" name="未知用户156" initials="未" lastIdx="10" clrIdx="0"/>
  <p:cmAuthor id="322" name="未知用户64" initials="未" lastIdx="1" clrIdx="0"/>
  <p:cmAuthor id="323" name="未知用户65" initials="未" lastIdx="1" clrIdx="0"/>
  <p:cmAuthor id="324" name="未知用户68" initials="未" lastIdx="1" clrIdx="0"/>
  <p:cmAuthor id="325" name="未知用户69" initials="未" lastIdx="2" clrIdx="0"/>
  <p:cmAuthor id="326" name="James" initials="J" lastIdx="1" clrIdx="0"/>
  <p:cmAuthor id="327" name="未知用户71" initials="未" lastIdx="1" clrIdx="0"/>
  <p:cmAuthor id="328" name="未知用户72" initials="未" lastIdx="1" clrIdx="0"/>
  <p:cmAuthor id="329" name="未知用户73" initials="未" lastIdx="2" clrIdx="0"/>
  <p:cmAuthor id="330" name="未知用户49" initials="未" lastIdx="1" clrIdx="0"/>
  <p:cmAuthor id="331" name="未知用户50" initials="未" lastIdx="1" clrIdx="0"/>
  <p:cmAuthor id="332" name="未知用户52" initials="未" lastIdx="1" clrIdx="0"/>
  <p:cmAuthor id="333" name="MA15" initials="M" lastIdx="1" clrIdx="0"/>
  <p:cmAuthor id="334" name="未知用户47" initials="未" lastIdx="6" clrIdx="0"/>
  <p:cmAuthor id="335" name="未知用户53" initials="未" lastIdx="10" clrIdx="0"/>
  <p:cmAuthor id="336" name="未知用户96" initials="未" lastIdx="1" clrIdx="0"/>
  <p:cmAuthor id="337" name="未知用户48" initials="未" lastIdx="1" clrIdx="0"/>
  <p:cmAuthor id="338" name="未知用户97" initials="未" lastIdx="2" clrIdx="0"/>
  <p:cmAuthor id="339" name="未知用户40" initials="未" lastIdx="5" clrIdx="1"/>
  <p:cmAuthor id="340" name="未知用户43" initials="未" lastIdx="1" clrIdx="0"/>
  <p:cmAuthor id="341" name="未知用户98" initials="未" lastIdx="8" clrIdx="0"/>
  <p:cmAuthor id="342" name="未知用户100" initials="未" lastIdx="1" clrIdx="0"/>
  <p:cmAuthor id="343" name="未知用户101" initials="未" lastIdx="1" clrIdx="0"/>
  <p:cmAuthor id="344" name="x230" initials="x" lastIdx="1" clrIdx="0"/>
  <p:cmAuthor id="345" name="未知用户95" initials="未" lastIdx="1" clrIdx="0"/>
  <p:cmAuthor id="346" name="Evonlin" initials="E" lastIdx="2" clrIdx="2"/>
  <p:cmAuthor id="347" name="未知用户42" initials="未" lastIdx="1" clrIdx="0"/>
  <p:cmAuthor id="348" name="未知的使用者39" initials="未" lastIdx="10" clrIdx="0"/>
  <p:cmAuthor id="349" name="未知的使用者109" initials="未" lastIdx="5" clrIdx="1"/>
  <p:cmAuthor id="350" name="未知的使用者122" initials="未" lastIdx="1" clrIdx="0"/>
  <p:cmAuthor id="351" name="未知的使用者123" initials="未" lastIdx="8" clrIdx="0"/>
  <p:cmAuthor id="352" name="未知用户93" initials="未" lastIdx="1" clrIdx="0"/>
  <p:cmAuthor id="353" name="未知用户90" initials="未" lastIdx="5" clrIdx="1"/>
  <p:cmAuthor id="354" name="未知用户91" initials="未" lastIdx="0" clrIdx="1"/>
  <p:cmAuthor id="355" name="未知用户92" initials="未" lastIdx="1" clrIdx="0"/>
  <p:cmAuthor id="356" name="未知用户74" initials="未" lastIdx="5" clrIdx="1"/>
  <p:cmAuthor id="357" name="未知用户75" initials="未" lastIdx="8" clrIdx="0"/>
  <p:cmAuthor id="358" name="未知用户76" initials="未" lastIdx="1" clrIdx="0"/>
  <p:cmAuthor id="359" name="未知用户77" initials="未" lastIdx="8" clrIdx="0"/>
  <p:cmAuthor id="360" name="未知用户78" initials="未" lastIdx="8" clrIdx="0"/>
  <p:cmAuthor id="361" name="未知用户79" initials="未" lastIdx="1" clrIdx="0"/>
  <p:cmAuthor id="362" name="未知用户80" initials="未" lastIdx="1" clrIdx="0"/>
  <p:cmAuthor id="363" name="未知的使用者50" initials="未" lastIdx="1" clrIdx="0"/>
  <p:cmAuthor id="364" name="Harry xu" initials="H" lastIdx="1" clrIdx="0"/>
  <p:cmAuthor id="365" name="未知的使用者62" initials="未" lastIdx="1" clrIdx="1"/>
  <p:cmAuthor id="366" name="未知的使用者58" initials="未" lastIdx="1" clrIdx="0"/>
  <p:cmAuthor id="367" name="未知用户38" initials="未" lastIdx="8" clrIdx="0"/>
  <p:cmAuthor id="368" name="未知用户28" initials="未" lastIdx="1" clrIdx="0"/>
  <p:cmAuthor id="369" name="未知用户29" initials="未" lastIdx="1" clrIdx="2"/>
  <p:cmAuthor id="370" name="未知用户30" initials="未" lastIdx="2" clrIdx="0"/>
  <p:cmAuthor id="371" name="未知用户31" initials="未" lastIdx="1" clrIdx="75"/>
  <p:cmAuthor id="372" name="Vicky" initials="V" lastIdx="1" clrIdx="1"/>
  <p:cmAuthor id="373" name="刘云轩" initials="刘" lastIdx="1" clrIdx="0"/>
  <p:cmAuthor id="374" name="sharon" initials="s" lastIdx="1" clrIdx="84"/>
  <p:cmAuthor id="375" name="未知用户32" initials="未" lastIdx="1" clrIdx="0"/>
  <p:cmAuthor id="376" name="未知用户33" initials="未" lastIdx="1" clrIdx="0"/>
  <p:cmAuthor id="377" name="未知用户27" initials="未" lastIdx="1" clrIdx="0"/>
  <p:cmAuthor id="378" name="未知用户35" initials="未" lastIdx="1" clrIdx="0"/>
  <p:cmAuthor id="379" name="未知用户111" initials="未" lastIdx="1" clrIdx="1"/>
  <p:cmAuthor id="380" name="alpha" initials="a" lastIdx="1" clrIdx="0"/>
  <p:cmAuthor id="381" name="未知用户37" initials="未" lastIdx="1" clrIdx="0"/>
  <p:cmAuthor id="382" name="Unknown User22" initials="U" lastIdx="1" clrIdx="0"/>
  <p:cmAuthor id="383" name="Unknown User23" initials="U" lastIdx="1" clrIdx="0"/>
  <p:cmAuthor id="384" name="未知的使用者75" initials="未" lastIdx="1" clrIdx="0"/>
  <p:cmAuthor id="385" name="未知的使用者77" initials="未" lastIdx="1" clrIdx="0"/>
  <p:cmAuthor id="386" name="未知的使用者78" initials="未" lastIdx="5" clrIdx="1"/>
  <p:cmAuthor id="387" name="未知的使用者79" initials="未" lastIdx="0" clrIdx="1"/>
  <p:cmAuthor id="388" name="未知的使用者80" initials="未" lastIdx="0" clrIdx="0"/>
  <p:cmAuthor id="389" name="未知的使用者82" initials="未" lastIdx="1" clrIdx="0"/>
  <p:cmAuthor id="390" name="未知的使用者83" initials="未" lastIdx="1" clrIdx="0"/>
  <p:cmAuthor id="391" name="未知的使用者84" initials="未" lastIdx="1" clrIdx="1"/>
  <p:cmAuthor id="392" name="未知的使用者85" initials="未" lastIdx="1" clrIdx="0"/>
  <p:cmAuthor id="393" name="未知的使用者87" initials="未" lastIdx="1" clrIdx="0"/>
  <p:cmAuthor id="394" name="未知的使用者90" initials="未" lastIdx="8" clrIdx="0"/>
  <p:cmAuthor id="395" name="未知的使用者91" initials="未" lastIdx="1" clrIdx="0"/>
  <p:cmAuthor id="396" name="CHRISYU" initials="C" lastIdx="1" clrIdx="0"/>
  <p:cmAuthor id="397" name="liucunri" initials="l" lastIdx="1" clrIdx="0"/>
  <p:cmAuthor id="398" name="未知用户34" initials="未" lastIdx="8" clrIdx="0"/>
  <p:cmAuthor id="399" name="未知的使用者155" initials="未" lastIdx="1" clrIdx="0"/>
  <p:cmAuthor id="400" name="未知用户36" initials="未" lastIdx="1" clrIdx="0"/>
  <p:cmAuthor id="401" name="未知的使用者102" initials="未" lastIdx="5" clrIdx="1"/>
  <p:cmAuthor id="402" name="未知用户26" initials="未" lastIdx="1" clrIdx="0"/>
  <p:cmAuthor id="403" name="仝德志" initials="仝" lastIdx="1" clrIdx="0"/>
  <p:cmAuthor id="404" name="未知用户112" initials="未" lastIdx="4" clrIdx="0"/>
  <p:cmAuthor id="405" name="未知的使用者169" initials="未" lastIdx="1" clrIdx="0"/>
  <p:cmAuthor id="406" name="未知的使用者183" initials="未" lastIdx="5" clrIdx="1"/>
  <p:cmAuthor id="407" name="未知的使用者182" initials="未" lastIdx="1" clrIdx="1"/>
  <p:cmAuthor id="408" name="未知的使用者173" initials="未" lastIdx="1" clrIdx="0"/>
  <p:cmAuthor id="409" name="針對所選的門市進行小範圍實驗，捕捉驅動績效的關鍵影響因子" initials="針" lastIdx="1" clrIdx="0"/>
  <p:cmAuthor id="410" name="未知的使用者203" initials="未" lastIdx="1" clrIdx="0"/>
  <p:cmAuthor id="411" name="未知的使用者114" initials="未" lastIdx="1" clrIdx="0"/>
  <p:cmAuthor id="412" name="未知的使用者152" initials="未" lastIdx="1" clrIdx="0"/>
  <p:cmAuthor id="413" name="未知的使用者184" initials="未" lastIdx="8" clrIdx="0"/>
  <p:cmAuthor id="414" name="未知的使用者185" initials="未" lastIdx="10" clrIdx="0"/>
  <p:cmAuthor id="415" name="未知的使用者186" initials="未" lastIdx="1" clrIdx="0"/>
  <p:cmAuthor id="416" name="未知的使用者175" initials="未" lastIdx="8" clrIdx="0"/>
  <p:cmAuthor id="417" name="未知的使用者176" initials="未" lastIdx="1" clrIdx="0"/>
  <p:cmAuthor id="418" name="未知的使用者187" initials="未" lastIdx="1" clrIdx="0"/>
  <p:cmAuthor id="419" name="未知的使用者178" initials="未" lastIdx="1" clrIdx="0"/>
  <p:cmAuthor id="420" name="未知的使用者179" initials="未" lastIdx="1" clrIdx="0"/>
  <p:cmAuthor id="421" name="未知的使用者180" initials="未" lastIdx="2" clrIdx="0"/>
  <p:cmAuthor id="422" name="未知的使用者181" initials="未" lastIdx="7" clrIdx="1"/>
  <p:cmAuthor id="423" name="未知的使用者170" initials="未" lastIdx="43" clrIdx="1"/>
  <p:cmAuthor id="424" name="未知的使用者227" initials="未" lastIdx="2" clrIdx="0"/>
  <p:cmAuthor id="425" name="未知的使用者141" initials="未" lastIdx="8" clrIdx="0"/>
  <p:cmAuthor id="426" name="未知的使用者142" initials="未" lastIdx="1" clrIdx="0"/>
  <p:cmAuthor id="427" name="未知的使用者143" initials="未" lastIdx="1" clrIdx="0"/>
  <p:cmAuthor id="428" name="未知的使用者144" initials="未" lastIdx="1" clrIdx="0"/>
  <p:cmAuthor id="429" name="未知的使用者145" initials="未" lastIdx="1" clrIdx="0"/>
  <p:cmAuthor id="430" name="未知的使用者146" initials="未" lastIdx="1" clrIdx="0"/>
  <p:cmAuthor id="431" name="未知的使用者147" initials="未" lastIdx="1" clrIdx="0"/>
  <p:cmAuthor id="432" name="未知用户113" initials="未" lastIdx="8" clrIdx="0"/>
  <p:cmAuthor id="433" name="未知的使用者149" initials="未" lastIdx="8" clrIdx="0"/>
  <p:cmAuthor id="434" name="未知的使用者150" initials="未" lastIdx="1" clrIdx="0"/>
  <p:cmAuthor id="435" name="未知用户138" initials="未" lastIdx="1" clrIdx="0"/>
  <p:cmAuthor id="436" name="未知用户130" initials="未" lastIdx="1" clrIdx="1"/>
  <p:cmAuthor id="437" name="未知用户131" initials="未" lastIdx="1" clrIdx="2"/>
  <p:cmAuthor id="438" name="未知用户132" initials="未" lastIdx="1" clrIdx="0"/>
  <p:cmAuthor id="439" name="未知用户133" initials="未" lastIdx="1" clrIdx="0"/>
  <p:cmAuthor id="440" name="未知用户134" initials="未" lastIdx="10" clrIdx="0"/>
  <p:cmAuthor id="441" name="未知用户135" initials="未" lastIdx="1" clrIdx="0"/>
  <p:cmAuthor id="442" name="未知用户137" initials="未" lastIdx="10" clrIdx="0"/>
  <p:cmAuthor id="443" name="未知用户136" initials="未" lastIdx="1" clrIdx="1"/>
  <p:cmAuthor id="444" name="Yoyo Wu" initials="Y" lastIdx="2" clrIdx="0"/>
  <p:cmAuthor id="445" name="zhangbin" initials="z" lastIdx="6" clrIdx="0"/>
  <p:cmAuthor id="446" name="单 善" initials="单" lastIdx="1" clrIdx="85"/>
  <p:cmAuthor id="447" name="Unknown User25" initials="U" lastIdx="1" clrIdx="0"/>
  <p:cmAuthor id="448" name="Unknown User26" initials="U" lastIdx="1" clrIdx="1"/>
  <p:cmAuthor id="449" name="Unknown User27" initials="U" lastIdx="1" clrIdx="0"/>
  <p:cmAuthor id="450" name="Unknown User11" initials="U" lastIdx="0" clrIdx="1"/>
  <p:cmAuthor id="451" name="Unknown User112" initials="U" lastIdx="1" clrIdx="0"/>
  <p:cmAuthor id="452" name="Unknown User59" initials="U" lastIdx="1" clrIdx="0"/>
  <p:cmAuthor id="453" name="Unknown User113" initials="U" lastIdx="1" clrIdx="0"/>
  <p:cmAuthor id="454" name="未知的使用者225" initials="未" lastIdx="1" clrIdx="0"/>
  <p:cmAuthor id="455" name="未知的使用者226" initials="未" lastIdx="1" clrIdx="0"/>
  <p:cmAuthor id="456" name="Unknown User24" initials="U" lastIdx="1" clrIdx="0"/>
  <p:cmAuthor id="457" name="未知的使用者218" initials="未" lastIdx="1" clrIdx="2"/>
  <p:cmAuthor id="458" name="未知的使用者219" initials="未" lastIdx="8" clrIdx="0"/>
  <p:cmAuthor id="459" name="未知的使用者220" initials="未" lastIdx="1" clrIdx="0"/>
  <p:cmAuthor id="460" name="未知的使用者228" initials="未" lastIdx="1" clrIdx="0"/>
  <p:cmAuthor id="461" name="未知的使用者229" initials="未" lastIdx="8" clrIdx="0"/>
  <p:cmAuthor id="462" name="未知的使用者230" initials="未" lastIdx="1" clrIdx="0"/>
  <p:cmAuthor id="463" name="未知的使用者231" initials="未" lastIdx="1" clrIdx="0"/>
  <p:cmAuthor id="464" name="未知的使用者232" initials="未" lastIdx="8" clrIdx="0"/>
  <p:cmAuthor id="465" name="Unknown User114" initials="U" lastIdx="1" clrIdx="1"/>
  <p:cmAuthor id="466" name="Unknown User111" initials="U" lastIdx="1" clrIdx="0"/>
  <p:cmAuthor id="467" name="未知的使用者131" initials="未" lastIdx="1" clrIdx="0"/>
  <p:cmAuthor id="468" name="未知的使用者132" initials="未" lastIdx="1" clrIdx="0"/>
  <p:cmAuthor id="469" name="未知用户118" initials="未" lastIdx="1" clrIdx="0"/>
  <p:cmAuthor id="470" name="未知的使用者235" initials="未" lastIdx="1" clrIdx="0"/>
  <p:cmAuthor id="471" name="未知的使用者236" initials="未" lastIdx="1" clrIdx="0"/>
  <p:cmAuthor id="472" name="未知的使用者237" initials="未" lastIdx="2" clrIdx="0"/>
  <p:cmAuthor id="473" name="未知用户70" initials="未" lastIdx="1" clrIdx="1"/>
  <p:cmAuthor id="474" name="未知的使用者239" initials="未" lastIdx="43" clrIdx="1"/>
  <p:cmAuthor id="475" name="未知的使用者136" initials="未" lastIdx="1" clrIdx="0"/>
  <p:cmAuthor id="476" name="未知的使用者206" initials="未" lastIdx="1" clrIdx="0"/>
  <p:cmAuthor id="477" name="未知的使用者207" initials="未" lastIdx="1" clrIdx="0"/>
  <p:cmAuthor id="478" name="未知的使用者208" initials="未" lastIdx="5" clrIdx="1"/>
  <p:cmAuthor id="479" name="未知的使用者209" initials="未" lastIdx="0" clrIdx="1"/>
  <p:cmAuthor id="480" name="未知的使用者210" initials="未" lastIdx="0" clrIdx="0"/>
  <p:cmAuthor id="481" name="未知的使用者211" initials="未" lastIdx="1" clrIdx="0"/>
  <p:cmAuthor id="482" name="未知的使用者212" initials="未" lastIdx="1" clrIdx="0"/>
  <p:cmAuthor id="483" name="未知的使用者213" initials="未" lastIdx="1" clrIdx="0"/>
  <p:cmAuthor id="484" name="未知的使用者214" initials="未" lastIdx="1" clrIdx="1"/>
  <p:cmAuthor id="485" name="未知的使用者215" initials="未" lastIdx="1" clrIdx="0"/>
  <p:cmAuthor id="486" name="未知用户121" initials="未" lastIdx="1" clrIdx="0"/>
  <p:cmAuthor id="487" name="王 黎黎" initials="王" lastIdx="2" clrIdx="289"/>
  <p:cmAuthor id="488" name="未知的使用者163" initials="未" lastIdx="1" clrIdx="0"/>
  <p:cmAuthor id="489" name="未知的使用者165" initials="未" lastIdx="1" clrIdx="0"/>
  <p:cmAuthor id="490" name="未知的使用者158" initials="未" lastIdx="1" clrIdx="0"/>
  <p:cmAuthor id="491" name="未知的使用者166" initials="未" lastIdx="8" clrIdx="0"/>
  <p:cmAuthor id="492" name="未知的使用者167" initials="未" lastIdx="0" clrIdx="1"/>
  <p:cmAuthor id="493" name="未知的使用者159" initials="未" lastIdx="1" clrIdx="1"/>
  <p:cmAuthor id="494" name="未知的使用者160" initials="未" lastIdx="1" clrIdx="0"/>
  <p:cmAuthor id="495" name="未知的使用者168" initials="未" lastIdx="1" clrIdx="0"/>
  <p:cmAuthor id="496" name="未知用户120" initials="未" lastIdx="1" clrIdx="0"/>
  <p:cmAuthor id="497" name="未知用户122" initials="未" lastIdx="1" clrIdx="0"/>
  <p:cmAuthor id="498" name="未知用户139" initials="未" lastIdx="2" clrIdx="0"/>
  <p:cmAuthor id="499" name="未知用户141" initials="未" lastIdx="1" clrIdx="1"/>
  <p:cmAuthor id="500" name="未知用户143" initials="未" lastIdx="1" clrIdx="0"/>
  <p:cmAuthor id="501" name="未知用户144" initials="未" lastIdx="1" clrIdx="0"/>
  <p:cmAuthor id="502" name="未知用户145" initials="未" lastIdx="2" clrIdx="0"/>
  <p:cmAuthor id="503" name="未知用户119" initials="未" lastIdx="1" clrIdx="1"/>
  <p:cmAuthor id="504" name="未知用户140" initials="未" lastIdx="0" clrIdx="1"/>
  <p:cmAuthor id="505" name="未知用户142" initials="未" lastIdx="1" clrIdx="0"/>
  <p:cmAuthor id="506" name="未知用户146" initials="未" lastIdx="5" clrIdx="1"/>
  <p:cmAuthor id="507" name="未知用户147" initials="未" lastIdx="0" clrIdx="1"/>
  <p:cmAuthor id="508" name="未知用户148" initials="未" lastIdx="1" clrIdx="0"/>
  <p:cmAuthor id="509" name="未知用户195" initials="未" lastIdx="1" clrIdx="0"/>
  <p:cmAuthor id="510" name="未知用户207" initials="未" lastIdx="3" clrIdx="1"/>
  <p:cmAuthor id="511" name="未知用户208" initials="未" lastIdx="1" clrIdx="0"/>
  <p:cmAuthor id="512" name="未知用户198" initials="未" lastIdx="1" clrIdx="0"/>
  <p:cmAuthor id="513" name="未知用户209" initials="未" lastIdx="1" clrIdx="0"/>
  <p:cmAuthor id="514" name="未知用户206" initials="未" lastIdx="6" clrIdx="0"/>
  <p:cmAuthor id="515" name="未知用户46" initials="未" lastIdx="10" clrIdx="0"/>
  <p:cmAuthor id="516" name="未知的使用者188" initials="未" lastIdx="1" clrIdx="0"/>
  <p:cmAuthor id="517" name="未知的使用者189" initials="未" lastIdx="2" clrIdx="0"/>
  <p:cmAuthor id="518" name="未知的使用者190" initials="未" lastIdx="1" clrIdx="1"/>
  <p:cmAuthor id="519" name="未知的使用者191" initials="未" lastIdx="1" clrIdx="0"/>
  <p:cmAuthor id="520" name="未知的使用者192" initials="未" lastIdx="1" clrIdx="0"/>
  <p:cmAuthor id="521" name="未知的使用者193" initials="未" lastIdx="2" clrIdx="0"/>
  <p:cmAuthor id="522" name="未知的使用者153" initials="未" lastIdx="1" clrIdx="0"/>
  <p:cmAuthor id="523" name="未知的使用者154" initials="未" lastIdx="1" clrIdx="0"/>
  <p:cmAuthor id="524" name="未知的使用者157" initials="未" lastIdx="1" clrIdx="0"/>
  <p:cmAuthor id="525" name="未知的使用者129" initials="未" lastIdx="1" clrIdx="0"/>
  <p:cmAuthor id="526" name="未知的使用者164" initials="未" lastIdx="8" clrIdx="0"/>
  <p:cmAuthor id="527" name="未知的使用者172" initials="未" lastIdx="1" clrIdx="0"/>
  <p:cmAuthor id="528" name="未知的使用者174" initials="未" lastIdx="1" clrIdx="0"/>
  <p:cmAuthor id="529" name="未知的使用者247" initials="未" lastIdx="6" clrIdx="0"/>
  <p:cmAuthor id="530" name="未知的使用者249" initials="未" lastIdx="43" clrIdx="1"/>
  <p:cmAuthor id="531" name="未知的使用者250" initials="未" lastIdx="1" clrIdx="0"/>
  <p:cmAuthor id="532" name="未知的使用者251" initials="未" lastIdx="1" clrIdx="0"/>
  <p:cmAuthor id="533" name="未知的使用者246" initials="未" lastIdx="1" clrIdx="1"/>
  <p:cmAuthor id="534" name="未知的使用者252" initials="未" lastIdx="1" clrIdx="0"/>
  <p:cmAuthor id="535" name="未知的使用者253" initials="未" lastIdx="1" clrIdx="0"/>
  <p:cmAuthor id="536" name="未知的使用者254" initials="未" lastIdx="1" clrIdx="0"/>
  <p:cmAuthor id="537" name="未知的使用者255" initials="未" lastIdx="1" clrIdx="0"/>
  <p:cmAuthor id="538" name="未知的使用者270" initials="未" lastIdx="1" clrIdx="0"/>
  <p:cmAuthor id="539" name="未知的使用者256" initials="未" lastIdx="1" clrIdx="0"/>
  <p:cmAuthor id="540" name="未知的使用者257" initials="未" lastIdx="1" clrIdx="0"/>
  <p:cmAuthor id="541" name="未知的使用者240" initials="未" lastIdx="1" clrIdx="0"/>
  <p:cmAuthor id="542" name="未知的使用者241" initials="未" lastIdx="1" clrIdx="0"/>
  <p:cmAuthor id="543" name="未知的使用者242" initials="未" lastIdx="2" clrIdx="0"/>
  <p:cmAuthor id="544" name="未知的使用者243" initials="未" lastIdx="1" clrIdx="0"/>
  <p:cmAuthor id="545" name="未知的使用者258" initials="未" lastIdx="8" clrIdx="0"/>
  <p:cmAuthor id="546" name="未知的使用者259" initials="未" lastIdx="1" clrIdx="0"/>
  <p:cmAuthor id="547" name="未知的使用者260" initials="未" lastIdx="1" clrIdx="0"/>
  <p:cmAuthor id="548" name="未知的使用者261" initials="未" lastIdx="11" clrIdx="0"/>
  <p:cmAuthor id="549" name="未知的使用者262" initials="未" lastIdx="7" clrIdx="1"/>
  <p:cmAuthor id="550" name="未知的使用者263" initials="未" lastIdx="1" clrIdx="2"/>
  <p:cmAuthor id="551" name="未知的使用者264" initials="未" lastIdx="1" clrIdx="0"/>
  <p:cmAuthor id="552" name="未知的使用者265" initials="未" lastIdx="1" clrIdx="0"/>
  <p:cmAuthor id="553" name="未知的使用者266" initials="未" lastIdx="1" clrIdx="1"/>
  <p:cmAuthor id="554" name="未知的使用者267" initials="未" lastIdx="1" clrIdx="0"/>
  <p:cmAuthor id="555" name="未知的使用者268" initials="未" lastIdx="2" clrIdx="0"/>
  <p:cmAuthor id="556" name="未知的使用者269" initials="未" lastIdx="7" clrIdx="1"/>
  <p:cmAuthor id="557" name="lillian" initials="l" lastIdx="1" clrIdx="0"/>
  <p:cmAuthor id="558" name="未知用户197" initials="未" lastIdx="1" clrIdx="0"/>
  <p:cmAuthor id="559" name="未知用户157" initials="未" lastIdx="8" clrIdx="0"/>
  <p:cmAuthor id="560" name="未知用户158" initials="未" lastIdx="2" clrIdx="0"/>
  <p:cmAuthor id="561" name="未知用户159" initials="未" lastIdx="1" clrIdx="0"/>
  <p:cmAuthor id="562" name="未知用户160" initials="未" lastIdx="2" clrIdx="0"/>
  <p:cmAuthor id="563" name="未知用户168" initials="未" lastIdx="1" clrIdx="0"/>
  <p:cmAuthor id="564" name="順天" initials="順" lastIdx="1" clrIdx="0"/>
  <p:cmAuthor id="565" name="未知用户246" initials="未" lastIdx="1" clrIdx="0"/>
  <p:cmAuthor id="566" name="未知用户166" initials="未" lastIdx="0" clrIdx="1"/>
  <p:cmAuthor id="567" name="未知用户268" initials="未" lastIdx="1" clrIdx="0"/>
  <p:cmAuthor id="568" name="未知用户269" initials="未" lastIdx="2" clrIdx="0"/>
  <p:cmAuthor id="569" name="未知用户250" initials="未" lastIdx="0" clrIdx="0"/>
  <p:cmAuthor id="570" name="未知的使用者1" initials="未" lastIdx="1" clrIdx="0"/>
  <p:cmAuthor id="571" name="未知的使用者217" initials="未" lastIdx="1" clrIdx="1"/>
  <p:cmAuthor id="572" name="Charley" initials="C" lastIdx="1" clrIdx="0"/>
  <p:cmAuthor id="573" name="lilan" initials="l" lastIdx="1" clrIdx="0"/>
  <p:cmAuthor id="574" name="Unknown User48" initials="U" lastIdx="8" clrIdx="0"/>
  <p:cmAuthor id="575" name="hmwang" initials="h" lastIdx="2" clrIdx="532"/>
  <p:cmAuthor id="576" name="未知的使用者204" initials="未" lastIdx="1" clrIdx="0"/>
  <p:cmAuthor id="577" name="Unknown User50" initials="U" lastIdx="1" clrIdx="0"/>
  <p:cmAuthor id="578" name="未知的使用者151" initials="未" lastIdx="1" clrIdx="1"/>
  <p:cmAuthor id="579" name="未知的使用者216" initials="未" lastIdx="1" clrIdx="0"/>
  <p:cmAuthor id="580" name="user" initials="u" lastIdx="1" clrIdx="75"/>
  <p:cmAuthor id="581" name="未知的使用者234" initials="未" lastIdx="10" clrIdx="0"/>
  <p:cmAuthor id="582" name="未知的使用者137" initials="未" lastIdx="1" clrIdx="0"/>
  <p:cmAuthor id="583" name="dell" initials="d" lastIdx="1" clrIdx="544"/>
  <p:cmAuthor id="584" name="未知的使用者238" initials="未" lastIdx="2" clrIdx="0"/>
  <p:cmAuthor id="585" name="未知用户280" initials="未" lastIdx="5" clrIdx="2"/>
  <p:cmAuthor id="586" name="刘晖" initials="刘" lastIdx="1" clrIdx="0"/>
  <p:cmAuthor id="587" name="未知用户190" initials="未" lastIdx="1" clrIdx="1"/>
  <p:cmAuthor id="588" name="Xia Ting" initials="X" lastIdx="1" clrIdx="0"/>
  <p:cmAuthor id="589" name="不明使用者54" initials="不" lastIdx="1" clrIdx="1"/>
  <p:cmAuthor id="590" name="未知用户94" initials="未" lastIdx="0" clrIdx="0"/>
  <p:cmAuthor id="591" name="未知用户321" initials="未" lastIdx="1" clrIdx="0"/>
  <p:cmAuthor id="592" name=" " initials=" " lastIdx="6" clrIdx="85"/>
  <p:cmAuthor id="593" name="不明使用者57" initials="不" lastIdx="1" clrIdx="0"/>
  <p:cmAuthor id="594" name="未知的使用者139" initials="未" lastIdx="1" clrIdx="0"/>
  <p:cmAuthor id="595" name="未知的使用者140" initials="未" lastIdx="1" clrIdx="1"/>
  <p:cmAuthor id="596" name="未知用户320" initials="未" lastIdx="1" clrIdx="1"/>
  <p:cmAuthor id="597" name="FanJQ" initials="F" lastIdx="1" clrIdx="1"/>
  <p:cmAuthor id="598" name="未知用户211" initials="未" lastIdx="8" clrIdx="0"/>
  <p:cmAuthor id="599" name="未知用户212" initials="未" lastIdx="8" clrIdx="0"/>
  <p:cmAuthor id="600" name="未知用户293" initials="未" lastIdx="1" clrIdx="0"/>
  <p:cmAuthor id="601" name="未知用户201" initials="未" lastIdx="8" clrIdx="0"/>
  <p:cmAuthor id="602" name="未知用户161" initials="未" lastIdx="1" clrIdx="0"/>
  <p:cmAuthor id="603" name="未知用户183" initials="未" lastIdx="1" clrIdx="0"/>
  <p:cmAuthor id="604" name="nancy" initials="n" lastIdx="1" clrIdx="0"/>
  <p:cmAuthor id="605" name="未知用户163" initials="未" lastIdx="8" clrIdx="0"/>
  <p:cmAuthor id="606" name="未知的使用者233" initials="未" lastIdx="1" clrIdx="0"/>
  <p:cmAuthor id="607" name="ll z" initials="l" lastIdx="2" clrIdx="0"/>
  <p:cmAuthor id="608" name="未知用户191" initials="未" lastIdx="1" clrIdx="0"/>
  <p:cmAuthor id="609" name="未知用户167" initials="未" lastIdx="1" clrIdx="0"/>
  <p:cmAuthor id="610" name="guanhh" initials="g" lastIdx="3" clrIdx="0"/>
  <p:cmAuthor id="611" name="未知用户169" initials="未" lastIdx="1" clrIdx="0"/>
  <p:cmAuthor id="612" name="未知用户192" initials="未" lastIdx="1" clrIdx="0"/>
  <p:cmAuthor id="613" name="未知用户203" initials="未" lastIdx="1" clrIdx="1"/>
  <p:cmAuthor id="614" name="未知用户175" initials="未" lastIdx="1" clrIdx="0"/>
  <p:cmAuthor id="615" name="未知用户176" initials="未" lastIdx="1" clrIdx="0"/>
  <p:cmAuthor id="616" name="未知用户177" initials="未" lastIdx="2" clrIdx="0"/>
  <p:cmAuthor id="617" name="未知用户184" initials="未" lastIdx="1" clrIdx="1"/>
  <p:cmAuthor id="618" name="未知用户179" initials="未" lastIdx="1" clrIdx="0"/>
  <p:cmAuthor id="619" name="未知用户185" initials="未" lastIdx="1" clrIdx="0"/>
  <p:cmAuthor id="620" name="未知用户181" initials="未" lastIdx="2" clrIdx="0"/>
  <p:cmAuthor id="621" name="ye gusong" initials="y" lastIdx="1" clrIdx="0"/>
  <p:cmAuthor id="622" name="wei muzi" initials="w" lastIdx="1" clrIdx="4"/>
  <p:cmAuthor id="623" name="孙" initials="孙" lastIdx="1" clrIdx="50"/>
  <p:cmAuthor id="624" name="未知用户187" initials="未" lastIdx="10" clrIdx="0"/>
  <p:cmAuthor id="625" name="王嘉偉" initials="王" lastIdx="2" clrIdx="0"/>
  <p:cmAuthor id="626" name="catherine" initials="c" lastIdx="1" clrIdx="1"/>
  <p:cmAuthor id="627" name="未知的使用者88" initials="未" lastIdx="1" clrIdx="0"/>
  <p:cmAuthor id="628" name="未知的使用者89" initials="未" lastIdx="5" clrIdx="0"/>
  <p:cmAuthor id="629" name="未知用户287" initials="未" lastIdx="0" clrIdx="1"/>
  <p:cmAuthor id="630" name="未知用户288" initials="未" lastIdx="1" clrIdx="0"/>
  <p:cmAuthor id="631" name="未知用户289" initials="未" lastIdx="1" clrIdx="0"/>
  <p:cmAuthor id="632" name="未知用户290" initials="未" lastIdx="2" clrIdx="0"/>
  <p:cmAuthor id="633" name="未知用户291" initials="未" lastIdx="8" clrIdx="0"/>
  <p:cmAuthor id="634" name="未知用户292" initials="未" lastIdx="1" clrIdx="0"/>
  <p:cmAuthor id="635" name="未知用户295" initials="未" lastIdx="1" clrIdx="0"/>
  <p:cmAuthor id="636" name="未知用户297" initials="未" lastIdx="1" clrIdx="0"/>
  <p:cmAuthor id="637" name="未知用户310" initials="未" lastIdx="1" clrIdx="0"/>
  <p:cmAuthor id="638" name="未知的使用者202" initials="未" lastIdx="0" clrIdx="1"/>
  <p:cmAuthor id="639" name="未知用户215" initials="未" lastIdx="1" clrIdx="0"/>
  <p:cmAuthor id="640" name="未知用户216" initials="未" lastIdx="1" clrIdx="0"/>
  <p:cmAuthor id="641" name="未知的使用者196" initials="未" lastIdx="1" clrIdx="0"/>
  <p:cmAuthor id="642" name="未知用户243" initials="未" lastIdx="1" clrIdx="0"/>
  <p:cmAuthor id="643" name="未知用户282" initials="未" lastIdx="3" clrIdx="1"/>
  <p:cmAuthor id="644" name="未知用户283" initials="未" lastIdx="1" clrIdx="1"/>
  <p:cmAuthor id="645" name="未知用户213" initials="未" lastIdx="1" clrIdx="0"/>
  <p:cmAuthor id="646" name="未知用户279" initials="未" lastIdx="1" clrIdx="0"/>
  <p:cmAuthor id="647" name="未知用户281" initials="未" lastIdx="1" clrIdx="0"/>
  <p:cmAuthor id="648" name="未知用户284" initials="未" lastIdx="1" clrIdx="0"/>
  <p:cmAuthor id="649" name="Ying Lou" initials="Y" lastIdx="1" clrIdx="187"/>
  <p:cmAuthor id="650" name="未知用户174" initials="未" lastIdx="1" clrIdx="0"/>
  <p:cmAuthor id="651" name="刘佳佳" initials="刘" lastIdx="1" clrIdx="333"/>
  <p:cmAuthor id="652" name="未知用户233" initials="未" lastIdx="11" clrIdx="0"/>
  <p:cmAuthor id="653" name="未知用户234" initials="未" lastIdx="7" clrIdx="1"/>
  <p:cmAuthor id="654" name="未知用户235" initials="未" lastIdx="1" clrIdx="2"/>
  <p:cmAuthor id="655" name="未知用户236" initials="未" lastIdx="1" clrIdx="0"/>
  <p:cmAuthor id="656" name="未知用户237" initials="未" lastIdx="1" clrIdx="0"/>
  <p:cmAuthor id="657" name="未知用户240" initials="未" lastIdx="2" clrIdx="0"/>
  <p:cmAuthor id="658" name="未知用户221" initials="未" lastIdx="43" clrIdx="1"/>
  <p:cmAuthor id="659" name="王 辰斌" initials="王" lastIdx="1" clrIdx="334"/>
  <p:cmAuthor id="660" name="未知用户89" initials="未" lastIdx="1" clrIdx="0"/>
  <p:cmAuthor id="661" name="未知的使用者197" initials="未" lastIdx="8" clrIdx="0"/>
  <p:cmAuthor id="662" name="Carol Kelly" initials="C" lastIdx="1" clrIdx="0"/>
  <p:cmAuthor id="663" name="未知的使用者205" initials="未" lastIdx="0" clrIdx="1"/>
  <p:cmAuthor id="664" name="未知的使用者200" initials="未" lastIdx="1" clrIdx="0"/>
  <p:cmAuthor id="665" name="Unknown User58" initials="U" lastIdx="1" clrIdx="0"/>
  <p:cmAuthor id="666" name="Unknown User55" initials="U" lastIdx="1" clrIdx="1"/>
  <p:cmAuthor id="667" name="未知的使用者195" initials="未" lastIdx="1" clrIdx="1"/>
  <p:cmAuthor id="668" name="Huipeng Cao" initials="H" lastIdx="1" clrIdx="0"/>
  <p:cmAuthor id="669" name="李 雷雨" initials="李" lastIdx="1" clrIdx="0"/>
  <p:cmAuthor id="670" name="91257" initials="9" lastIdx="0" clrIdx="1"/>
  <p:cmAuthor id="671" name="未知用户228" initials="未" lastIdx="1" clrIdx="0"/>
  <p:cmAuthor id="672" name="vicky" initials="v" lastIdx="2" clrIdx="1"/>
  <p:cmAuthor id="673" name="jerrychou" initials="j" lastIdx="1" clrIdx="4"/>
  <p:cmAuthor id="674" name="不明使用者12" initials="不" lastIdx="3" clrIdx="1"/>
  <p:cmAuthor id="675" name="不明使用者1" initials="不" lastIdx="0" clrIdx="0"/>
  <p:cmAuthor id="676" name="不明使用者2" initials="不" lastIdx="2" clrIdx="0"/>
  <p:cmAuthor id="677" name="不明使用者3" initials="不" lastIdx="1" clrIdx="0"/>
  <p:cmAuthor id="678" name="不明使用者4" initials="不" lastIdx="1" clrIdx="0"/>
  <p:cmAuthor id="679" name="不明使用者6" initials="不" lastIdx="1" clrIdx="0"/>
  <p:cmAuthor id="680" name="不明使用者5" initials="不" lastIdx="11" clrIdx="0"/>
  <p:cmAuthor id="681" name="不明使用者7" initials="不" lastIdx="7" clrIdx="1"/>
  <p:cmAuthor id="682" name="不明使用者8" initials="不" lastIdx="43" clrIdx="1"/>
  <p:cmAuthor id="683" name="不明使用者9" initials="不" lastIdx="1" clrIdx="0"/>
  <p:cmAuthor id="684" name="不明使用者10" initials="不" lastIdx="0" clrIdx="0"/>
  <p:cmAuthor id="685" name="不明使用者11" initials="不" lastIdx="1" clrIdx="0"/>
  <p:cmAuthor id="686" name="Carol Wu" initials="C" lastIdx="1" clrIdx="0"/>
  <p:cmAuthor id="687" name="Think" initials="T" lastIdx="6" clrIdx="3"/>
  <p:cmAuthor id="688" name="未知用户304" initials="未" lastIdx="1" clrIdx="0"/>
  <p:cmAuthor id="689" name="win7" initials="w" lastIdx="6" clrIdx="0"/>
  <p:cmAuthor id="690" name="敢 王" initials="敢" lastIdx="1" clrIdx="0"/>
  <p:cmAuthor id="691" name="邓 勇" initials="邓" lastIdx="1" clrIdx="0"/>
  <p:cmAuthor id="692" name="陈城" initials="陈" lastIdx="0" clrIdx="2"/>
  <p:cmAuthor id="693" name="Sharon" initials="S" lastIdx="1" clrIdx="2"/>
  <p:cmAuthor id="694" name="蓝礼健" initials="蓝" lastIdx="1" clrIdx="0"/>
  <p:cmAuthor id="695" name="未知用户311" initials="未" lastIdx="2" clrIdx="0"/>
  <p:cmAuthor id="696" name="未知用户312" initials="未" lastIdx="1" clrIdx="0"/>
  <p:cmAuthor id="697" name="shenbina" initials="s" lastIdx="1" clrIdx="0"/>
  <p:cmAuthor id="698" name="未知用户314" initials="未" lastIdx="1" clrIdx="1"/>
  <p:cmAuthor id="699" name="晓  曲" initials="晓" lastIdx="1" clrIdx="0"/>
  <p:cmAuthor id="700" name="孟连磊" initials="孟" lastIdx="1" clrIdx="0"/>
  <p:cmAuthor id="701" name="未知的使用者177" initials="未" lastIdx="8" clrIdx="0"/>
  <p:cmAuthor id="702" name="winner1 chan" initials="w" lastIdx="1" clrIdx="334"/>
  <p:cmAuthor id="703" name="未知用户332" initials="未" lastIdx="1" clrIdx="0"/>
  <p:cmAuthor id="704" name="未知用户217" initials="未" lastIdx="1" clrIdx="0"/>
  <p:cmAuthor id="705" name="soling" initials="s" lastIdx="1" clrIdx="2"/>
  <p:cmAuthor id="706" name="李 骁" initials="李" lastIdx="1" clrIdx="0"/>
  <p:cmAuthor id="707" name="未知用户315" initials="未" lastIdx="0" clrIdx="0"/>
  <p:cmAuthor id="708" name="未知用户316" initials="未" lastIdx="1" clrIdx="0"/>
  <p:cmAuthor id="709" name="未知用户317" initials="未" lastIdx="10" clrIdx="0"/>
  <p:cmAuthor id="710" name="未知用户318" initials="未" lastIdx="0" clrIdx="1"/>
  <p:cmAuthor id="711" name="未知用户322" initials="未" lastIdx="10" clrIdx="0"/>
  <p:cmAuthor id="712" name="未知用户323" initials="未" lastIdx="1" clrIdx="0"/>
  <p:cmAuthor id="713" name="未知用户324" initials="未" lastIdx="3" clrIdx="1"/>
  <p:cmAuthor id="714" name="wangxinhui" initials="w" lastIdx="1" clrIdx="0"/>
  <p:cmAuthor id="715" name="未知用户363" initials="未" lastIdx="6" clrIdx="0"/>
  <p:cmAuthor id="716" name="未知用户459" initials="未" lastIdx="1" clrIdx="84"/>
  <p:cmAuthor id="717" name="未知用户470" initials="未" lastIdx="1" clrIdx="0"/>
  <p:cmAuthor id="718" name="未知用户325" initials="未" lastIdx="1" clrIdx="1"/>
  <p:cmAuthor id="719" name="未知用户326" initials="未" lastIdx="1" clrIdx="0"/>
  <p:cmAuthor id="720" name="未知用户365" initials="未" lastIdx="1" clrIdx="0"/>
  <p:cmAuthor id="721" name="未知用户460" initials="未" lastIdx="1" clrIdx="0"/>
  <p:cmAuthor id="722" name="未知用户366" initials="未" lastIdx="3" clrIdx="1"/>
  <p:cmAuthor id="723" name="未知用户461" initials="未" lastIdx="10" clrIdx="0"/>
  <p:cmAuthor id="724" name="未知用户367" initials="未" lastIdx="10" clrIdx="0"/>
  <p:cmAuthor id="725" name="未知用户462" initials="未" lastIdx="1" clrIdx="1"/>
  <p:cmAuthor id="726" name="未知用户463" initials="未" lastIdx="1" clrIdx="0"/>
  <p:cmAuthor id="727" name="未知用户368" initials="未" lastIdx="1" clrIdx="0"/>
  <p:cmAuthor id="728" name="未知用户464" initials="未" lastIdx="1" clrIdx="0"/>
  <p:cmAuthor id="729" name="未知用户369" initials="未" lastIdx="1" clrIdx="0"/>
  <p:cmAuthor id="730" name="未知用户465" initials="未" lastIdx="1" clrIdx="78"/>
  <p:cmAuthor id="731" name="未知用户466" initials="未" lastIdx="1" clrIdx="0"/>
  <p:cmAuthor id="732" name="未知用户467" initials="未" lastIdx="3" clrIdx="1"/>
  <p:cmAuthor id="733" name="未知用户468" initials="未" lastIdx="1" clrIdx="0"/>
  <p:cmAuthor id="734" name="未知用户426" initials="未" lastIdx="1" clrIdx="0"/>
  <p:cmAuthor id="735" name="未知用户371" initials="未" lastIdx="1" clrIdx="1"/>
  <p:cmAuthor id="736" name="未知用户372" initials="未" lastIdx="1" clrIdx="0"/>
  <p:cmAuthor id="737" name="未知用户373" initials="未" lastIdx="8" clrIdx="0"/>
  <p:cmAuthor id="738" name="未知用户374" initials="未" lastIdx="2" clrIdx="0"/>
  <p:cmAuthor id="739" name="未知用户469" initials="未" lastIdx="1" clrIdx="0"/>
  <p:cmAuthor id="740" name="未知用户427" initials="未" lastIdx="8" clrIdx="0"/>
  <p:cmAuthor id="741" name="未知用户375" initials="未" lastIdx="8" clrIdx="0"/>
  <p:cmAuthor id="742" name="未知用户376" initials="未" lastIdx="1" clrIdx="0"/>
  <p:cmAuthor id="743" name="未知用户377" initials="未" lastIdx="1" clrIdx="0"/>
  <p:cmAuthor id="744" name="未知用户428" initials="未" lastIdx="8" clrIdx="0"/>
  <p:cmAuthor id="745" name="未知用户378" initials="未" lastIdx="1" clrIdx="0"/>
  <p:cmAuthor id="746" name="未知用户379" initials="未" lastIdx="1" clrIdx="0"/>
  <p:cmAuthor id="747" name="未知用户339" initials="未" lastIdx="1" clrIdx="0"/>
  <p:cmAuthor id="748" name="未知用户380" initials="未" lastIdx="10" clrIdx="0"/>
  <p:cmAuthor id="749" name="風輕 雲淡" initials="風" lastIdx="1" clrIdx="511"/>
  <p:cmAuthor id="750" name="未知用户303" initials="未" lastIdx="5" clrIdx="1"/>
  <p:cmAuthor id="751" name="俊晔 邱" initials="俊" lastIdx="1" clrIdx="87"/>
  <p:cmAuthor id="752" name="annie.gts@outlook.com" initials="a" lastIdx="2" clrIdx="0"/>
  <p:cmAuthor id="753" name="杨 升格" initials="杨" lastIdx="2" clrIdx="0"/>
  <p:cmAuthor id="754" name="lxm" initials="l" lastIdx="1" clrIdx="413"/>
  <p:cmAuthor id="755" name="未知用户277" initials="未" lastIdx="1" clrIdx="1"/>
  <p:cmAuthor id="756" name="未知的使用者96" initials="未" lastIdx="2" clrIdx="0"/>
  <p:cmAuthor id="757" name="未知用户319" initials="未" lastIdx="3" clrIdx="0"/>
  <p:cmAuthor id="758" name="未知用户7" initials="未" lastIdx="1" clrIdx="0"/>
  <p:cmAuthor id="759" name="未知用户20" initials="未" lastIdx="0" clrIdx="0"/>
  <p:cmAuthor id="760" name="Microsoft Office User" initials="M" lastIdx="3" clrIdx="86"/>
  <p:cmAuthor id="761" name="未知的使用者99" initials="未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701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 varScale="1">
        <p:scale>
          <a:sx n="62" d="100"/>
          <a:sy n="62" d="100"/>
        </p:scale>
        <p:origin x="-1380" y="-84"/>
      </p:cViewPr>
      <p:guideLst>
        <p:guide orient="horz" pos="1632"/>
        <p:guide pos="293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3" Type="http://schemas.openxmlformats.org/officeDocument/2006/relationships/commentAuthors" Target="commentAuthors.xml"/><Relationship Id="rId42" Type="http://schemas.openxmlformats.org/officeDocument/2006/relationships/tableStyles" Target="tableStyles.xml"/><Relationship Id="rId41" Type="http://schemas.openxmlformats.org/officeDocument/2006/relationships/viewProps" Target="viewProps.xml"/><Relationship Id="rId40" Type="http://schemas.openxmlformats.org/officeDocument/2006/relationships/presProps" Target="presProps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notesMaster" Target="notesMasters/notesMaster1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新細明體" panose="02020500000000000000" pitchFamily="18" charset="-12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ea typeface="新細明體" panose="02020500000000000000" pitchFamily="18" charset="-12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D351ADE-A3F1-41D1-9FA9-E58F9BF85CCA}" type="datetimeFigureOut">
              <a:rPr kumimoji="1" lang="zh-TW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</a:fld>
            <a:endParaRPr kumimoji="1" lang="zh-TW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TW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按一下以編輯母片文字樣式</a:t>
            </a:r>
            <a:endParaRPr kumimoji="0" lang="zh-TW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第二層</a:t>
            </a:r>
            <a:endParaRPr kumimoji="0" lang="zh-TW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第三層</a:t>
            </a:r>
            <a:endParaRPr kumimoji="0" lang="zh-TW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第四層</a:t>
            </a:r>
            <a:endParaRPr kumimoji="0" lang="zh-TW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第五層</a:t>
            </a:r>
            <a:endParaRPr kumimoji="0" lang="zh-TW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新細明體" panose="02020500000000000000" pitchFamily="18" charset="-12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p>
            <a:pPr lvl="0" algn="r" eaLnBrk="1" fontAlgn="base" hangingPunct="1">
              <a:buNone/>
            </a:pPr>
            <a:fld id="{9A0DB2DC-4C9A-4742-B13C-FB6460FD3503}" type="slidenum">
              <a:rPr lang="zh-TW" altLang="en-US" sz="1200" strike="noStrike" noProof="1" dirty="0"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</a:fld>
            <a:endParaRPr lang="zh-TW" altLang="en-US" sz="1200" strike="noStrike" noProof="1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3" name="投影片圖像版面配置區 1"/>
          <p:cNvSpPr/>
          <p:nvPr>
            <p:ph type="sldImg"/>
          </p:nvPr>
        </p:nvSpPr>
        <p:spPr>
          <a:ln>
            <a:solidFill>
              <a:srgbClr val="000000"/>
            </a:solidFill>
          </a:ln>
        </p:spPr>
      </p:sp>
      <p:sp>
        <p:nvSpPr>
          <p:cNvPr id="28674" name="文字版面配置區 2"/>
          <p:cNvSpPr/>
          <p:nvPr>
            <p:ph type="body"/>
          </p:nvPr>
        </p:nvSpPr>
        <p:spPr>
          <a:noFill/>
          <a:ln>
            <a:noFill/>
          </a:ln>
        </p:spPr>
        <p:txBody>
          <a:bodyPr lIns="91440" tIns="45720" rIns="91440" bIns="45720" anchor="t" anchorCtr="0"/>
          <a:p>
            <a:pPr lvl="0"/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8129" name="投影片圖像版面配置區 1"/>
          <p:cNvSpPr/>
          <p:nvPr>
            <p:ph type="sldImg"/>
          </p:nvPr>
        </p:nvSpPr>
        <p:spPr>
          <a:ln>
            <a:solidFill>
              <a:srgbClr val="000000"/>
            </a:solidFill>
          </a:ln>
        </p:spPr>
      </p:sp>
      <p:sp>
        <p:nvSpPr>
          <p:cNvPr id="48130" name="文字版面配置區 2"/>
          <p:cNvSpPr/>
          <p:nvPr>
            <p:ph type="body"/>
          </p:nvPr>
        </p:nvSpPr>
        <p:spPr>
          <a:noFill/>
          <a:ln>
            <a:noFill/>
          </a:ln>
        </p:spPr>
        <p:txBody>
          <a:bodyPr lIns="91440" tIns="45720" rIns="91440" bIns="45720" anchor="t" anchorCtr="0"/>
          <a:p>
            <a:pPr lvl="0"/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177" name="投影片圖像版面配置區 1"/>
          <p:cNvSpPr/>
          <p:nvPr>
            <p:ph type="sldImg"/>
          </p:nvPr>
        </p:nvSpPr>
        <p:spPr>
          <a:ln>
            <a:solidFill>
              <a:srgbClr val="000000"/>
            </a:solidFill>
          </a:ln>
        </p:spPr>
      </p:sp>
      <p:sp>
        <p:nvSpPr>
          <p:cNvPr id="50178" name="文字版面配置區 2"/>
          <p:cNvSpPr/>
          <p:nvPr>
            <p:ph type="body"/>
          </p:nvPr>
        </p:nvSpPr>
        <p:spPr>
          <a:noFill/>
          <a:ln>
            <a:noFill/>
          </a:ln>
        </p:spPr>
        <p:txBody>
          <a:bodyPr lIns="91440" tIns="45720" rIns="91440" bIns="45720" anchor="t" anchorCtr="0"/>
          <a:p>
            <a:pPr lvl="0"/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.xml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2.xml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4" Type="http://schemas.openxmlformats.org/officeDocument/2006/relationships/tags" Target="../tags/tag4.xml"/><Relationship Id="rId3" Type="http://schemas.openxmlformats.org/officeDocument/2006/relationships/image" Target="../media/image4.jpe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4" Type="http://schemas.openxmlformats.org/officeDocument/2006/relationships/tags" Target="../tags/tag5.xml"/><Relationship Id="rId3" Type="http://schemas.openxmlformats.org/officeDocument/2006/relationships/image" Target="../media/image4.jpe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6.xml"/><Relationship Id="rId3" Type="http://schemas.openxmlformats.org/officeDocument/2006/relationships/image" Target="../media/image4.jpe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頁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圖片 3" descr="D:\工作區\2022工作區\01_40周年\簡報提案\pic\封面_藍.jpg封面_藍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588"/>
            <a:ext cx="9140825" cy="51403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52" name="圖片 4" descr="D:\工作區\2022工作區\01_40周年\簡報提案\pic\字與slogan\贏在數位價值.png贏在數位價值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59675" y="4927600"/>
            <a:ext cx="1438275" cy="984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53" name="圖片 173" descr="鼎新logo_反白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15900" y="134938"/>
            <a:ext cx="1214438" cy="3333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1015" y="960239"/>
            <a:ext cx="8139113" cy="1855699"/>
          </a:xfrm>
        </p:spPr>
        <p:txBody>
          <a:bodyPr lIns="101600" tIns="38100" rIns="25400" bIns="38100" anchor="ctr" anchorCtr="0">
            <a:noAutofit/>
          </a:bodyPr>
          <a:lstStyle>
            <a:lvl1pPr algn="ctr">
              <a:defRPr sz="3375" b="1" spc="600">
                <a:solidFill>
                  <a:schemeClr val="bg1"/>
                </a:solidFill>
                <a:effectLst/>
              </a:defRPr>
            </a:lvl1pPr>
          </a:lstStyle>
          <a:p>
            <a:pPr fontAlgn="auto"/>
            <a:r>
              <a:rPr lang="zh-TW" altLang="en-US" sz="3375" strike="noStrike" noProof="1" dirty="0"/>
              <a:t>按一下以編輯標題</a:t>
            </a:r>
            <a:endParaRPr lang="zh-TW" altLang="en-US" strike="noStrike" noProof="1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2424859" y="3725672"/>
            <a:ext cx="4320000" cy="297037"/>
          </a:xfrm>
        </p:spPr>
        <p:txBody>
          <a:bodyPr lIns="101600" tIns="38100" rIns="76200" bIns="38100" anchor="t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1500" u="none" strike="noStrike" kern="1200" cap="none" spc="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auto"/>
            <a:r>
              <a:rPr lang="zh-TW" altLang="en-US" strike="noStrike" noProof="1" dirty="0"/>
              <a:t>按一下編輯單位名稱</a:t>
            </a:r>
            <a:endParaRPr lang="zh-TW" altLang="en-US" strike="noStrike" noProof="1" dirty="0"/>
          </a:p>
        </p:txBody>
      </p:sp>
      <p:sp>
        <p:nvSpPr>
          <p:cNvPr id="177" name="文本占位符 2"/>
          <p:cNvSpPr>
            <a:spLocks noGrp="1"/>
          </p:cNvSpPr>
          <p:nvPr>
            <p:ph type="body" idx="13" hasCustomPrompt="1"/>
          </p:nvPr>
        </p:nvSpPr>
        <p:spPr>
          <a:xfrm>
            <a:off x="2424859" y="4468264"/>
            <a:ext cx="4320000" cy="291025"/>
          </a:xfrm>
        </p:spPr>
        <p:txBody>
          <a:bodyPr lIns="101600" tIns="38100" rIns="76200" bIns="3810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TW" altLang="en-US" sz="1500" b="0" i="0" u="none" strike="noStrike" kern="1200" cap="none" spc="0" normalizeH="0" baseline="0" noProof="1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auto"/>
            <a:r>
              <a:rPr lang="zh-TW" altLang="en-US" strike="noStrike" noProof="1" dirty="0"/>
              <a:t>按一下編輯日期</a:t>
            </a:r>
            <a:endParaRPr lang="zh-TW" altLang="en-US" strike="noStrike" noProof="1" dirty="0"/>
          </a:p>
        </p:txBody>
      </p:sp>
      <p:sp>
        <p:nvSpPr>
          <p:cNvPr id="180" name="文本占位符 2"/>
          <p:cNvSpPr>
            <a:spLocks noGrp="1"/>
          </p:cNvSpPr>
          <p:nvPr>
            <p:ph type="body" idx="14" hasCustomPrompt="1"/>
          </p:nvPr>
        </p:nvSpPr>
        <p:spPr>
          <a:xfrm>
            <a:off x="2424827" y="4036241"/>
            <a:ext cx="4320064" cy="344848"/>
          </a:xfrm>
        </p:spPr>
        <p:txBody>
          <a:bodyPr lIns="101600" tIns="38100" rIns="76200" bIns="38100" anchor="t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100" b="0" u="none" strike="noStrike" kern="1200" cap="none" spc="25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auto"/>
            <a:r>
              <a:rPr lang="zh-TW" altLang="en-US" strike="noStrike" noProof="1" dirty="0"/>
              <a:t>按一下編輯簡報人</a:t>
            </a:r>
            <a:endParaRPr lang="zh-TW" altLang="en-US" strike="noStrike" noProof="1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5"/>
          </p:nvPr>
        </p:nvSpPr>
        <p:spPr>
          <a:xfrm>
            <a:off x="7061200" y="4872038"/>
            <a:ext cx="2025650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pPr fontAlgn="base"/>
            <a:fld id="{49AE70B2-8BF9-45C0-BB95-33D1B9D3A854}" type="slidenum">
              <a:rPr lang="zh-TW" altLang="en-US" strike="noStrike" noProof="1" smtClean="0"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</a:fld>
            <a:endParaRPr lang="zh-TW" altLang="en-US" strike="noStrike" noProof="1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白底_齊左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圖片 3" descr="內頁_藍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5588" cy="4000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4813" y="540134"/>
            <a:ext cx="8370000" cy="540067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TW" altLang="en-US" sz="2400" b="1" i="0" u="none" strike="noStrike" kern="1200" cap="none" spc="200" normalizeH="0" baseline="0" noProof="1" dirty="0">
                <a:solidFill>
                  <a:srgbClr val="41B6E7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 fontAlgn="auto"/>
            <a:r>
              <a:rPr lang="zh-TW" altLang="en-US" strike="noStrike" noProof="1" dirty="0">
                <a:sym typeface="+mn-ea"/>
              </a:rPr>
              <a:t>按一下以編輯母片標題樣式</a:t>
            </a:r>
            <a:endParaRPr strike="noStrike" noProof="1" dirty="0">
              <a:sym typeface="+mn-ea"/>
            </a:endParaRPr>
          </a:p>
        </p:txBody>
      </p:sp>
      <p:sp>
        <p:nvSpPr>
          <p:cNvPr id="10" name="文字版面配置區 9"/>
          <p:cNvSpPr>
            <a:spLocks noGrp="1"/>
          </p:cNvSpPr>
          <p:nvPr>
            <p:ph type="body" idx="1"/>
          </p:nvPr>
        </p:nvSpPr>
        <p:spPr>
          <a:xfrm>
            <a:off x="405000" y="1134140"/>
            <a:ext cx="8370000" cy="32639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p>
            <a:pPr lvl="0" fontAlgn="auto"/>
            <a:r>
              <a:rPr lang="zh-TW" altLang="en-US" strike="noStrike" noProof="1" smtClean="0"/>
              <a:t>按一下以編輯母片文字樣式</a:t>
            </a:r>
            <a:endParaRPr lang="zh-TW" altLang="en-US" strike="noStrike" noProof="1" smtClean="0"/>
          </a:p>
          <a:p>
            <a:pPr lvl="1" fontAlgn="auto"/>
            <a:r>
              <a:rPr lang="zh-TW" altLang="en-US" strike="noStrike" noProof="1" smtClean="0"/>
              <a:t>第二層</a:t>
            </a:r>
            <a:endParaRPr lang="zh-TW" altLang="en-US" strike="noStrike" noProof="1" smtClean="0"/>
          </a:p>
          <a:p>
            <a:pPr lvl="2" fontAlgn="auto"/>
            <a:r>
              <a:rPr lang="zh-TW" altLang="en-US" strike="noStrike" noProof="1" smtClean="0"/>
              <a:t>第三層</a:t>
            </a:r>
            <a:endParaRPr lang="zh-TW" altLang="en-US" strike="noStrike" noProof="1" smtClean="0"/>
          </a:p>
          <a:p>
            <a:pPr lvl="3" fontAlgn="auto"/>
            <a:r>
              <a:rPr lang="zh-TW" altLang="en-US" strike="noStrike" noProof="1" smtClean="0"/>
              <a:t>第四層</a:t>
            </a:r>
            <a:endParaRPr lang="zh-TW" altLang="en-US" strike="noStrike" noProof="1" smtClean="0"/>
          </a:p>
          <a:p>
            <a:pPr lvl="4" fontAlgn="auto"/>
            <a:r>
              <a:rPr lang="zh-TW" altLang="en-US" strike="noStrike" noProof="1" smtClean="0"/>
              <a:t>第五層</a:t>
            </a:r>
            <a:endParaRPr lang="zh-TW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7061200" y="4872038"/>
            <a:ext cx="2025650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fld id="{49AE70B2-8BF9-45C0-BB95-33D1B9D3A854}" type="slidenum">
              <a:rPr lang="zh-TW" altLang="en-US" strike="noStrike" noProof="1" smtClean="0"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</a:fld>
            <a:endParaRPr lang="zh-TW" altLang="en-US" strike="noStrike" noProof="1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白底_居中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9" name="圖片 3" descr="內頁_藍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5588" cy="4000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4813" y="540134"/>
            <a:ext cx="8370000" cy="540067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TW" altLang="en-US" sz="2400" b="1" i="0" u="none" strike="noStrike" kern="1200" cap="none" spc="200" normalizeH="0" baseline="0" noProof="1" dirty="0">
                <a:solidFill>
                  <a:srgbClr val="41B6E7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 fontAlgn="auto"/>
            <a:r>
              <a:rPr lang="zh-TW" altLang="en-US" strike="noStrike" noProof="1" dirty="0">
                <a:sym typeface="+mn-ea"/>
              </a:rPr>
              <a:t>按一下以編輯母片標題樣式</a:t>
            </a:r>
            <a:endParaRPr strike="noStrike" noProof="1"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4813" y="1134091"/>
            <a:ext cx="8370094" cy="3645450"/>
          </a:xfrm>
        </p:spPr>
        <p:txBody>
          <a:bodyPr vert="horz" lIns="101600" tIns="0" rIns="82550" bIns="0" rtlCol="0">
            <a:noAutofit/>
          </a:bodyPr>
          <a:lstStyle>
            <a:lvl1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TW" altLang="en-US" sz="15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342900" marR="0" lvl="1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TW" altLang="en-US" sz="135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685800" marR="0" lvl="2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TW" altLang="en-US" sz="135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028700" marR="0" lvl="3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TW" altLang="en-US" sz="135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1371600" marR="0" lvl="4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TW" altLang="en-US" sz="135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 fontAlgn="auto"/>
            <a:r>
              <a:rPr lang="zh-TW" altLang="en-US" strike="noStrike" noProof="1" dirty="0">
                <a:sym typeface="+mn-ea"/>
              </a:rPr>
              <a:t>按一下以編輯母片文字樣式</a:t>
            </a:r>
            <a:endParaRPr lang="zh-TW" altLang="en-US" strike="noStrike" noProof="1" dirty="0">
              <a:sym typeface="+mn-ea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7061200" y="4872038"/>
            <a:ext cx="2025650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fld id="{49AE70B2-8BF9-45C0-BB95-33D1B9D3A854}" type="slidenum">
              <a:rPr lang="zh-TW" altLang="en-US" strike="noStrike" noProof="1" smtClean="0"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</a:fld>
            <a:endParaRPr lang="zh-TW" altLang="en-US" strike="noStrike" noProof="1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白底_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圖片 3" descr="內頁_藍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5588" cy="4000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灯片编号占位符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7061200" y="4872038"/>
            <a:ext cx="2025650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pPr fontAlgn="base"/>
            <a:fld id="{49AE70B2-8BF9-45C0-BB95-33D1B9D3A854}" type="slidenum">
              <a:rPr lang="zh-TW" altLang="en-US" strike="noStrike" noProof="1" smtClean="0"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</a:fld>
            <a:endParaRPr lang="zh-TW" altLang="en-US" strike="noStrike" noProof="1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底紋_齊左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7" name="圖片 3" descr="D:\工作區\2022工作區\01_40周年\簡報提案\pic\灰底紋鏤空.png灰底紋鏤空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222625" y="533400"/>
            <a:ext cx="5908675" cy="46021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148" name="圖片 2" descr="內頁_藍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9145588" cy="4000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404813" y="540134"/>
            <a:ext cx="8370000" cy="540067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TW" altLang="en-US" sz="2400" b="1" i="0" u="none" strike="noStrike" kern="1200" cap="none" spc="200" normalizeH="0" baseline="0" noProof="1" dirty="0">
                <a:solidFill>
                  <a:srgbClr val="41B6E7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 fontAlgn="auto"/>
            <a:r>
              <a:rPr lang="zh-TW" altLang="en-US" strike="noStrike" noProof="1" dirty="0">
                <a:sym typeface="+mn-ea"/>
              </a:rPr>
              <a:t>按一下以編輯母片標題樣式</a:t>
            </a:r>
            <a:endParaRPr strike="noStrike" noProof="1" dirty="0">
              <a:sym typeface="+mn-ea"/>
            </a:endParaRPr>
          </a:p>
        </p:txBody>
      </p:sp>
      <p:sp>
        <p:nvSpPr>
          <p:cNvPr id="13" name="文字版面配置區 12"/>
          <p:cNvSpPr>
            <a:spLocks noGrp="1"/>
          </p:cNvSpPr>
          <p:nvPr>
            <p:ph type="body" idx="1"/>
          </p:nvPr>
        </p:nvSpPr>
        <p:spPr>
          <a:xfrm>
            <a:off x="404813" y="1134091"/>
            <a:ext cx="8370094" cy="35104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p>
            <a:pPr lvl="0" fontAlgn="auto"/>
            <a:r>
              <a:rPr lang="zh-TW" altLang="en-US" strike="noStrike" noProof="1" smtClean="0"/>
              <a:t>按一下以編輯母片文字樣式</a:t>
            </a:r>
            <a:endParaRPr lang="zh-TW" altLang="en-US" strike="noStrike" noProof="1" smtClean="0"/>
          </a:p>
          <a:p>
            <a:pPr lvl="1" fontAlgn="auto"/>
            <a:r>
              <a:rPr lang="zh-TW" altLang="en-US" strike="noStrike" noProof="1" smtClean="0"/>
              <a:t>第二層</a:t>
            </a:r>
            <a:endParaRPr lang="zh-TW" altLang="en-US" strike="noStrike" noProof="1" smtClean="0"/>
          </a:p>
          <a:p>
            <a:pPr lvl="2" fontAlgn="auto"/>
            <a:r>
              <a:rPr lang="zh-TW" altLang="en-US" strike="noStrike" noProof="1" smtClean="0"/>
              <a:t>第三層</a:t>
            </a:r>
            <a:endParaRPr lang="zh-TW" altLang="en-US" strike="noStrike" noProof="1" smtClean="0"/>
          </a:p>
          <a:p>
            <a:pPr lvl="3" fontAlgn="auto"/>
            <a:r>
              <a:rPr lang="zh-TW" altLang="en-US" strike="noStrike" noProof="1" smtClean="0"/>
              <a:t>第四層</a:t>
            </a:r>
            <a:endParaRPr lang="zh-TW" altLang="en-US" strike="noStrike" noProof="1" smtClean="0"/>
          </a:p>
          <a:p>
            <a:pPr lvl="4" fontAlgn="auto"/>
            <a:r>
              <a:rPr lang="zh-TW" altLang="en-US" strike="noStrike" noProof="1" smtClean="0"/>
              <a:t>第五層</a:t>
            </a:r>
            <a:endParaRPr lang="zh-TW" altLang="en-US" strike="noStrike" noProof="1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061200" y="4872038"/>
            <a:ext cx="2025650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fld id="{49AE70B2-8BF9-45C0-BB95-33D1B9D3A854}" type="slidenum">
              <a:rPr lang="zh-TW" altLang="en-US" strike="noStrike" noProof="1" smtClean="0"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</a:fld>
            <a:endParaRPr lang="zh-TW" altLang="en-US" strike="noStrike" noProof="1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底紋_居中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1" name="圖片 3" descr="D:\工作區\2022工作區\01_40周年\簡報提案\pic\灰底紋鏤空.png灰底紋鏤空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222625" y="533400"/>
            <a:ext cx="5908675" cy="46021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172" name="圖片 2" descr="內頁_藍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9145588" cy="4000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404813" y="540134"/>
            <a:ext cx="8370000" cy="540067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TW" altLang="en-US" sz="2400" b="1" i="0" u="none" strike="noStrike" kern="1200" cap="none" spc="200" normalizeH="0" baseline="0" noProof="1" dirty="0">
                <a:solidFill>
                  <a:srgbClr val="41B6E7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 fontAlgn="auto"/>
            <a:r>
              <a:rPr lang="zh-TW" altLang="en-US" strike="noStrike" noProof="1" dirty="0">
                <a:sym typeface="+mn-ea"/>
              </a:rPr>
              <a:t>按一下以編輯母片標題樣式</a:t>
            </a:r>
            <a:endParaRPr strike="noStrike" noProof="1" dirty="0">
              <a:sym typeface="+mn-ea"/>
            </a:endParaRPr>
          </a:p>
        </p:txBody>
      </p:sp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404813" y="1134091"/>
            <a:ext cx="8370094" cy="3645450"/>
          </a:xfrm>
        </p:spPr>
        <p:txBody>
          <a:bodyPr vert="horz" lIns="101600" tIns="0" rIns="82550" bIns="0" rtlCol="0">
            <a:noAutofit/>
          </a:bodyPr>
          <a:lstStyle>
            <a:lvl1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TW" altLang="en-US" sz="15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342900" marR="0" lvl="1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TW" altLang="en-US" sz="135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685800" marR="0" lvl="2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TW" altLang="en-US" sz="135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028700" marR="0" lvl="3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TW" altLang="en-US" sz="135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1371600" marR="0" lvl="4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TW" altLang="en-US" sz="135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 fontAlgn="auto"/>
            <a:r>
              <a:rPr lang="zh-TW" altLang="en-US" strike="noStrike" noProof="1" dirty="0">
                <a:sym typeface="+mn-ea"/>
              </a:rPr>
              <a:t>按一下以編輯母片文字樣式</a:t>
            </a:r>
            <a:endParaRPr lang="zh-TW" altLang="en-US" strike="noStrike" noProof="1" dirty="0">
              <a:sym typeface="+mn-ea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061200" y="4872038"/>
            <a:ext cx="2025650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fld id="{49AE70B2-8BF9-45C0-BB95-33D1B9D3A854}" type="slidenum">
              <a:rPr lang="zh-TW" altLang="en-US" strike="noStrike" noProof="1" smtClean="0"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</a:fld>
            <a:endParaRPr lang="zh-TW" altLang="en-US" strike="noStrike" noProof="1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底紋_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5" name="圖片 3" descr="D:\工作區\2022工作區\01_40周年\簡報提案\pic\灰底紋鏤空.png灰底紋鏤空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222625" y="533400"/>
            <a:ext cx="5908675" cy="46021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196" name="圖片 4" descr="內頁_藍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9145588" cy="4000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061200" y="4872038"/>
            <a:ext cx="2025650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pPr fontAlgn="base"/>
            <a:fld id="{49AE70B2-8BF9-45C0-BB95-33D1B9D3A854}" type="slidenum">
              <a:rPr lang="zh-TW" altLang="en-US" strike="noStrike" noProof="1" smtClean="0"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</a:fld>
            <a:endParaRPr lang="zh-TW" altLang="en-US" strike="noStrike" noProof="1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白底_雙欄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9" name="圖片 3" descr="內頁_藍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5588" cy="4000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文本占位符 2"/>
          <p:cNvSpPr>
            <a:spLocks noGrp="1"/>
          </p:cNvSpPr>
          <p:nvPr>
            <p:ph type="body" idx="1"/>
          </p:nvPr>
        </p:nvSpPr>
        <p:spPr>
          <a:xfrm>
            <a:off x="405000" y="1210274"/>
            <a:ext cx="3962432" cy="351043"/>
          </a:xfr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1500" b="1" u="none" strike="noStrike" kern="1200" cap="none" spc="200" normalizeH="0" baseline="0">
                <a:solidFill>
                  <a:schemeClr val="tx1"/>
                </a:solidFill>
                <a:uFillTx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auto"/>
            <a:r>
              <a:rPr lang="zh-TW" altLang="en-US" strike="noStrike" noProof="1" dirty="0"/>
              <a:t>按一下以編輯母片文字樣式</a:t>
            </a:r>
            <a:endParaRPr lang="zh-TW" altLang="en-US" strike="noStrike" noProof="1" dirty="0"/>
          </a:p>
        </p:txBody>
      </p:sp>
      <p:sp>
        <p:nvSpPr>
          <p:cNvPr id="11" name="内容占位符 3"/>
          <p:cNvSpPr>
            <a:spLocks noGrp="1"/>
          </p:cNvSpPr>
          <p:nvPr>
            <p:ph sz="half" idx="2"/>
          </p:nvPr>
        </p:nvSpPr>
        <p:spPr>
          <a:xfrm>
            <a:off x="405000" y="1606299"/>
            <a:ext cx="3962400" cy="2970367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TW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TW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TW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TW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TW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 fontAlgn="auto"/>
            <a:r>
              <a:rPr lang="zh-TW" altLang="en-US" strike="noStrike" noProof="1" dirty="0">
                <a:sym typeface="+mn-ea"/>
              </a:rPr>
              <a:t>按一下以編輯母片文字樣式</a:t>
            </a:r>
            <a:endParaRPr strike="noStrike" noProof="1" dirty="0">
              <a:sym typeface="+mn-ea"/>
            </a:endParaRPr>
          </a:p>
          <a:p>
            <a:pPr lvl="1" fontAlgn="auto"/>
            <a:r>
              <a:rPr strike="noStrike" noProof="1" dirty="0">
                <a:sym typeface="+mn-ea"/>
              </a:rPr>
              <a:t>第二</a:t>
            </a:r>
            <a:r>
              <a:rPr lang="zh-TW" altLang="en-US" strike="noStrike" noProof="1" dirty="0">
                <a:sym typeface="+mn-ea"/>
              </a:rPr>
              <a:t>層</a:t>
            </a:r>
            <a:endParaRPr strike="noStrike" noProof="1" dirty="0">
              <a:sym typeface="+mn-ea"/>
            </a:endParaRPr>
          </a:p>
          <a:p>
            <a:pPr lvl="2" fontAlgn="auto"/>
            <a:r>
              <a:rPr strike="noStrike" noProof="1" dirty="0">
                <a:sym typeface="+mn-ea"/>
              </a:rPr>
              <a:t>第三</a:t>
            </a:r>
            <a:r>
              <a:rPr lang="zh-TW" altLang="en-US" strike="noStrike" noProof="1" dirty="0">
                <a:sym typeface="+mn-ea"/>
              </a:rPr>
              <a:t>層</a:t>
            </a:r>
            <a:endParaRPr strike="noStrike" noProof="1" dirty="0">
              <a:sym typeface="+mn-ea"/>
            </a:endParaRPr>
          </a:p>
          <a:p>
            <a:pPr lvl="3" fontAlgn="auto"/>
            <a:r>
              <a:rPr strike="noStrike" noProof="1" dirty="0">
                <a:sym typeface="+mn-ea"/>
              </a:rPr>
              <a:t>第四</a:t>
            </a:r>
            <a:r>
              <a:rPr lang="zh-TW" altLang="en-US" strike="noStrike" noProof="1" dirty="0">
                <a:sym typeface="+mn-ea"/>
              </a:rPr>
              <a:t>層</a:t>
            </a:r>
            <a:endParaRPr strike="noStrike" noProof="1" dirty="0">
              <a:sym typeface="+mn-ea"/>
            </a:endParaRPr>
          </a:p>
          <a:p>
            <a:pPr lvl="4" fontAlgn="auto"/>
            <a:r>
              <a:rPr strike="noStrike" noProof="1" dirty="0">
                <a:sym typeface="+mn-ea"/>
              </a:rPr>
              <a:t>第五</a:t>
            </a:r>
            <a:r>
              <a:rPr lang="zh-TW" altLang="en-US" strike="noStrike" noProof="1" dirty="0">
                <a:sym typeface="+mn-ea"/>
              </a:rPr>
              <a:t>層</a:t>
            </a:r>
            <a:endParaRPr strike="noStrike" noProof="1" dirty="0">
              <a:sym typeface="+mn-ea"/>
            </a:endParaRPr>
          </a:p>
        </p:txBody>
      </p:sp>
      <p:sp>
        <p:nvSpPr>
          <p:cNvPr id="12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76813" y="1210274"/>
            <a:ext cx="3962432" cy="35104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TW" altLang="en-US" sz="15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auto"/>
            <a:r>
              <a:rPr lang="zh-TW" altLang="en-US" strike="noStrike" noProof="1" dirty="0">
                <a:sym typeface="+mn-ea"/>
              </a:rPr>
              <a:t>按一下以編輯母片文字樣式</a:t>
            </a:r>
            <a:endParaRPr strike="noStrike" noProof="1" dirty="0">
              <a:sym typeface="+mn-ea"/>
            </a:endParaRPr>
          </a:p>
        </p:txBody>
      </p:sp>
      <p:sp>
        <p:nvSpPr>
          <p:cNvPr id="13" name="内容占位符 5"/>
          <p:cNvSpPr>
            <a:spLocks noGrp="1"/>
          </p:cNvSpPr>
          <p:nvPr>
            <p:ph sz="quarter" idx="4"/>
          </p:nvPr>
        </p:nvSpPr>
        <p:spPr>
          <a:xfrm>
            <a:off x="4676813" y="1606299"/>
            <a:ext cx="3962432" cy="2970367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TW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TW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TW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TW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TW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 fontAlgn="auto"/>
            <a:r>
              <a:rPr lang="zh-TW" altLang="en-US" strike="noStrike" noProof="1" dirty="0">
                <a:sym typeface="+mn-ea"/>
              </a:rPr>
              <a:t>按一下以編輯母片文字樣式</a:t>
            </a:r>
            <a:endParaRPr strike="noStrike" noProof="1" dirty="0">
              <a:sym typeface="+mn-ea"/>
            </a:endParaRPr>
          </a:p>
          <a:p>
            <a:pPr lvl="1" fontAlgn="auto"/>
            <a:r>
              <a:rPr strike="noStrike" noProof="1" dirty="0">
                <a:sym typeface="+mn-ea"/>
              </a:rPr>
              <a:t>第二</a:t>
            </a:r>
            <a:r>
              <a:rPr lang="zh-TW" altLang="en-US" strike="noStrike" noProof="1" dirty="0">
                <a:sym typeface="+mn-ea"/>
              </a:rPr>
              <a:t>層</a:t>
            </a:r>
            <a:endParaRPr strike="noStrike" noProof="1" dirty="0">
              <a:sym typeface="+mn-ea"/>
            </a:endParaRPr>
          </a:p>
          <a:p>
            <a:pPr lvl="2" fontAlgn="auto"/>
            <a:r>
              <a:rPr strike="noStrike" noProof="1" dirty="0">
                <a:sym typeface="+mn-ea"/>
              </a:rPr>
              <a:t>第三</a:t>
            </a:r>
            <a:r>
              <a:rPr lang="zh-TW" altLang="en-US" strike="noStrike" noProof="1" dirty="0">
                <a:sym typeface="+mn-ea"/>
              </a:rPr>
              <a:t>層</a:t>
            </a:r>
            <a:endParaRPr strike="noStrike" noProof="1" dirty="0">
              <a:sym typeface="+mn-ea"/>
            </a:endParaRPr>
          </a:p>
          <a:p>
            <a:pPr lvl="3" fontAlgn="auto"/>
            <a:r>
              <a:rPr strike="noStrike" noProof="1" dirty="0">
                <a:sym typeface="+mn-ea"/>
              </a:rPr>
              <a:t>第四</a:t>
            </a:r>
            <a:r>
              <a:rPr lang="zh-TW" altLang="en-US" strike="noStrike" noProof="1" dirty="0">
                <a:sym typeface="+mn-ea"/>
              </a:rPr>
              <a:t>層</a:t>
            </a:r>
            <a:endParaRPr strike="noStrike" noProof="1" dirty="0">
              <a:sym typeface="+mn-ea"/>
            </a:endParaRPr>
          </a:p>
          <a:p>
            <a:pPr lvl="4" fontAlgn="auto"/>
            <a:r>
              <a:rPr strike="noStrike" noProof="1" dirty="0">
                <a:sym typeface="+mn-ea"/>
              </a:rPr>
              <a:t>第五</a:t>
            </a:r>
            <a:r>
              <a:rPr lang="zh-TW" altLang="en-US" strike="noStrike" noProof="1" dirty="0">
                <a:sym typeface="+mn-ea"/>
              </a:rPr>
              <a:t>層</a:t>
            </a:r>
            <a:endParaRPr strike="noStrike" noProof="1" dirty="0">
              <a:sym typeface="+mn-ea"/>
            </a:endParaRPr>
          </a:p>
        </p:txBody>
      </p:sp>
      <p:sp>
        <p:nvSpPr>
          <p:cNvPr id="15" name="标题 1"/>
          <p:cNvSpPr>
            <a:spLocks noGrp="1"/>
          </p:cNvSpPr>
          <p:nvPr>
            <p:ph type="title"/>
          </p:nvPr>
        </p:nvSpPr>
        <p:spPr>
          <a:xfrm>
            <a:off x="405000" y="540134"/>
            <a:ext cx="8370000" cy="540067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TW" altLang="en-US" sz="2400" b="1" i="0" u="none" strike="noStrike" kern="1200" cap="none" spc="200" normalizeH="0" baseline="0" noProof="1" dirty="0">
                <a:solidFill>
                  <a:srgbClr val="41B6E7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 fontAlgn="auto"/>
            <a:r>
              <a:rPr lang="zh-TW" altLang="en-US" strike="noStrike" noProof="1" dirty="0">
                <a:sym typeface="+mn-ea"/>
              </a:rPr>
              <a:t>按一下以編輯母片標題樣式</a:t>
            </a:r>
            <a:endParaRPr strike="noStrike" noProof="1" dirty="0">
              <a:sym typeface="+mn-ea"/>
            </a:endParaRPr>
          </a:p>
        </p:txBody>
      </p:sp>
      <p:sp>
        <p:nvSpPr>
          <p:cNvPr id="14" name="灯片编号占位符 8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7061200" y="4872038"/>
            <a:ext cx="2025650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fld id="{49AE70B2-8BF9-45C0-BB95-33D1B9D3A854}" type="slidenum">
              <a:rPr lang="zh-TW" altLang="en-US" strike="noStrike" noProof="1" smtClean="0"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</a:fld>
            <a:endParaRPr lang="zh-TW" altLang="en-US" strike="noStrike" noProof="1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結尾頁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3" name="圖片 5" descr="D:\工作區\2022工作區\01_40周年\簡報提案\pic\結尾_藍.jpg結尾_藍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2413" cy="51435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244" name="圖片 2" descr="D:\工作區\2022工作區\01_40周年\簡報提案\pic\字與slogan\贏在數位價值反白.png贏在數位價值反白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59675" y="4927600"/>
            <a:ext cx="1446213" cy="1000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245" name="圖片 173" descr="鼎新logo_反白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15900" y="134938"/>
            <a:ext cx="1214438" cy="3333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" name="標題版面配置區 1"/>
          <p:cNvSpPr>
            <a:spLocks noGrp="1"/>
          </p:cNvSpPr>
          <p:nvPr>
            <p:ph type="title"/>
          </p:nvPr>
        </p:nvSpPr>
        <p:spPr>
          <a:xfrm>
            <a:off x="521048" y="1755217"/>
            <a:ext cx="8100000" cy="12151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4050" b="1" u="none" strike="noStrike" kern="1200" cap="none" spc="600" normalizeH="0">
                <a:solidFill>
                  <a:schemeClr val="bg1"/>
                </a:solidFill>
                <a:uFillTx/>
                <a:latin typeface="+標題中文字型" charset="0"/>
                <a:ea typeface="+mj-ea"/>
              </a:defRPr>
            </a:lvl1pPr>
          </a:lstStyle>
          <a:p>
            <a:pPr fontAlgn="auto"/>
            <a:r>
              <a:rPr lang="zh-TW" altLang="en-US" sz="4050" strike="noStrike" noProof="1" smtClean="0"/>
              <a:t>按一下以編輯母片標題樣式</a:t>
            </a:r>
            <a:endParaRPr lang="zh-TW" altLang="en-US" strike="noStrike" noProof="1" smtClean="0"/>
          </a:p>
        </p:txBody>
      </p:sp>
      <p:sp>
        <p:nvSpPr>
          <p:cNvPr id="10" name="文字版面配置區 9"/>
          <p:cNvSpPr>
            <a:spLocks noGrp="1"/>
          </p:cNvSpPr>
          <p:nvPr>
            <p:ph type="body" idx="1"/>
          </p:nvPr>
        </p:nvSpPr>
        <p:spPr>
          <a:xfrm>
            <a:off x="521048" y="3010748"/>
            <a:ext cx="8100000" cy="4944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 fontAlgn="auto"/>
            <a:r>
              <a:rPr lang="zh-TW" altLang="en-US" strike="noStrike" noProof="1" smtClean="0"/>
              <a:t>按一下以編輯母片文字樣式</a:t>
            </a:r>
            <a:endParaRPr lang="zh-TW" altLang="en-US" strike="noStrike" noProof="1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0"/>
          </p:nvPr>
        </p:nvSpPr>
        <p:spPr>
          <a:xfrm>
            <a:off x="7061200" y="4872038"/>
            <a:ext cx="2025650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pPr fontAlgn="base"/>
            <a:fld id="{49AE70B2-8BF9-45C0-BB95-33D1B9D3A854}" type="slidenum">
              <a:rPr lang="zh-TW" altLang="en-US" strike="noStrike" noProof="1" smtClean="0"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</a:fld>
            <a:endParaRPr lang="zh-TW" altLang="en-US" strike="noStrike" noProof="1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KSO_TEMPLATE" hidden="1"/>
          <p:cNvSpPr/>
          <p:nvPr userDrawn="1">
            <p:custDataLst>
              <p:tags r:id="rId10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TW" altLang="en-US" sz="1350" strike="noStrike" noProof="1"/>
          </a:p>
        </p:txBody>
      </p:sp>
      <p:sp>
        <p:nvSpPr>
          <p:cNvPr id="1027" name="標題版面配置區 1"/>
          <p:cNvSpPr>
            <a:spLocks noGrp="1"/>
          </p:cNvSpPr>
          <p:nvPr>
            <p:ph type="title"/>
          </p:nvPr>
        </p:nvSpPr>
        <p:spPr>
          <a:xfrm>
            <a:off x="404813" y="539750"/>
            <a:ext cx="7886700" cy="53975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ctr" anchorCtr="0"/>
          <a:p>
            <a:pPr lvl="0"/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1028" name="文字版面配置區 9"/>
          <p:cNvSpPr>
            <a:spLocks noGrp="1"/>
          </p:cNvSpPr>
          <p:nvPr>
            <p:ph type="body"/>
          </p:nvPr>
        </p:nvSpPr>
        <p:spPr>
          <a:xfrm>
            <a:off x="404813" y="1133475"/>
            <a:ext cx="7886700" cy="326390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  <p:custDataLst>
              <p:tags r:id="rId11"/>
            </p:custDataLst>
          </p:nvPr>
        </p:nvSpPr>
        <p:spPr>
          <a:xfrm>
            <a:off x="7061200" y="4872038"/>
            <a:ext cx="2025650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/>
            <a:fld id="{49AE70B2-8BF9-45C0-BB95-33D1B9D3A854}" type="slidenum">
              <a:rPr lang="zh-TW" altLang="en-US" strike="noStrike" noProof="1" smtClean="0"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</a:fld>
            <a:endParaRPr lang="zh-TW" altLang="en-US" strike="noStrike" noProof="1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>
          <a:solidFill>
            <a:srgbClr val="41B6E7"/>
          </a:solidFill>
          <a:uFillTx/>
          <a:latin typeface="+mj-lt"/>
          <a:ea typeface="+mj-ea"/>
          <a:cs typeface="+mj-cs"/>
        </a:defRPr>
      </a:lvl1pPr>
    </p:titleStyle>
    <p:bodyStyle>
      <a:lvl1pPr marL="0" indent="0" algn="l" defTabSz="685800" rtl="0" eaLnBrk="1" fontAlgn="auto" latinLnBrk="0" hangingPunct="1">
        <a:lnSpc>
          <a:spcPct val="100000"/>
        </a:lnSpc>
        <a:spcBef>
          <a:spcPts val="0"/>
        </a:spcBef>
        <a:spcAft>
          <a:spcPts val="500"/>
        </a:spcAft>
        <a:buFont typeface="Arial" panose="020B0604020202020204" pitchFamily="34" charset="0"/>
        <a:buNone/>
        <a:defRPr sz="15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1pPr>
      <a:lvl2pPr marL="342900" indent="0" algn="l" defTabSz="685800" rtl="0" eaLnBrk="1" fontAlgn="auto" latinLnBrk="0" hangingPunct="1">
        <a:lnSpc>
          <a:spcPct val="100000"/>
        </a:lnSpc>
        <a:spcBef>
          <a:spcPts val="0"/>
        </a:spcBef>
        <a:spcAft>
          <a:spcPts val="500"/>
        </a:spcAft>
        <a:buFont typeface="Arial" panose="020B0604020202020204" pitchFamily="34" charset="0"/>
        <a:buNone/>
        <a:tabLst>
          <a:tab pos="1207135" algn="l"/>
        </a:tabLst>
        <a:defRPr sz="15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2pPr>
      <a:lvl3pPr marL="685800" indent="0" algn="l" defTabSz="685800" rtl="0" eaLnBrk="1" fontAlgn="auto" latinLnBrk="0" hangingPunct="1">
        <a:lnSpc>
          <a:spcPct val="100000"/>
        </a:lnSpc>
        <a:spcBef>
          <a:spcPts val="0"/>
        </a:spcBef>
        <a:spcAft>
          <a:spcPts val="500"/>
        </a:spcAft>
        <a:buFont typeface="Arial" panose="020B0604020202020204" pitchFamily="34" charset="0"/>
        <a:buNone/>
        <a:defRPr sz="15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3pPr>
      <a:lvl4pPr marL="1028700" indent="0" algn="l" defTabSz="685800" rtl="0" eaLnBrk="1" fontAlgn="auto" latinLnBrk="0" hangingPunct="1">
        <a:lnSpc>
          <a:spcPct val="100000"/>
        </a:lnSpc>
        <a:spcBef>
          <a:spcPts val="0"/>
        </a:spcBef>
        <a:spcAft>
          <a:spcPts val="500"/>
        </a:spcAft>
        <a:buFont typeface="Arial" panose="020B0604020202020204" pitchFamily="34" charset="0"/>
        <a:buNone/>
        <a:defRPr sz="15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4pPr>
      <a:lvl5pPr marL="1371600" indent="0" algn="l" defTabSz="685800" rtl="0" eaLnBrk="1" fontAlgn="auto" latinLnBrk="0" hangingPunct="1">
        <a:lnSpc>
          <a:spcPct val="100000"/>
        </a:lnSpc>
        <a:spcBef>
          <a:spcPts val="0"/>
        </a:spcBef>
        <a:spcAft>
          <a:spcPts val="500"/>
        </a:spcAft>
        <a:buFont typeface="Arial" panose="020B0604020202020204" pitchFamily="34" charset="0"/>
        <a:buNone/>
        <a:defRPr sz="15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1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1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1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1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6.png"/><Relationship Id="rId1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0.png"/><Relationship Id="rId1" Type="http://schemas.openxmlformats.org/officeDocument/2006/relationships/image" Target="../media/image10.png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4.png"/><Relationship Id="rId2" Type="http://schemas.openxmlformats.org/officeDocument/2006/relationships/image" Target="../media/image31.wmf"/><Relationship Id="rId1" Type="http://schemas.openxmlformats.org/officeDocument/2006/relationships/oleObject" Target="../embeddings/oleObject1.bin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2.png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image" Target="../media/image9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36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image" Target="../media/image37.png"/></Relationships>
</file>

<file path=ppt/slides/_rels/slide3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1.png"/><Relationship Id="rId1" Type="http://schemas.openxmlformats.org/officeDocument/2006/relationships/image" Target="../media/image40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標題 1"/>
          <p:cNvSpPr>
            <a:spLocks noGrp="1"/>
          </p:cNvSpPr>
          <p:nvPr>
            <p:ph type="ctrTitle" hasCustomPrompt="1"/>
          </p:nvPr>
        </p:nvSpPr>
        <p:spPr>
          <a:xfrm>
            <a:off x="501650" y="960438"/>
            <a:ext cx="8139113" cy="1855788"/>
          </a:xfrm>
        </p:spPr>
        <p:txBody>
          <a:bodyPr lIns="101600" tIns="38100" rIns="25400" bIns="38100" anchor="ctr" anchorCtr="0">
            <a:noAutofit/>
          </a:bodyPr>
          <a:p>
            <a:pPr marL="0" marR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TW" sz="3375" b="1" i="0" u="none" strike="noStrike" kern="1200" cap="none" spc="600" normalizeH="0" baseline="0" noProof="1">
                <a:solidFill>
                  <a:schemeClr val="bg1"/>
                </a:solidFill>
                <a:effectLst/>
                <a:uFillTx/>
                <a:latin typeface="+mj-lt"/>
                <a:ea typeface="+mj-ea"/>
                <a:cs typeface="+mj-cs"/>
              </a:rPr>
              <a:t>EasyFlow</a:t>
            </a:r>
            <a:r>
              <a:rPr kumimoji="0" lang="zh-TW" altLang="en-US" sz="3375" b="1" i="0" u="none" strike="noStrike" kern="1200" cap="none" spc="600" normalizeH="0" baseline="0" noProof="1">
                <a:solidFill>
                  <a:schemeClr val="bg1"/>
                </a:solidFill>
                <a:effectLst/>
                <a:uFillTx/>
                <a:latin typeface="+mj-lt"/>
                <a:ea typeface="+mj-ea"/>
                <a:cs typeface="+mj-cs"/>
              </a:rPr>
              <a:t>電子簽核系統</a:t>
            </a:r>
            <a:br>
              <a:rPr lang="zh-TW" altLang="en-US"/>
            </a:br>
            <a:r>
              <a:rPr kumimoji="0" lang="zh-TW" altLang="en-US" sz="3375" b="1" i="0" u="none" strike="noStrike" kern="1200" cap="none" spc="600" normalizeH="0" baseline="0" noProof="1">
                <a:solidFill>
                  <a:schemeClr val="bg1"/>
                </a:solidFill>
                <a:effectLst/>
                <a:uFillTx/>
                <a:latin typeface="+mj-lt"/>
                <a:ea typeface="+mj-ea"/>
                <a:cs typeface="+mj-cs"/>
                <a:sym typeface="+mn-ea"/>
              </a:rPr>
              <a:t>人員離職</a:t>
            </a:r>
            <a:r>
              <a:rPr kumimoji="0" lang="en-US" altLang="zh-TW" sz="3375" b="1" i="0" u="none" strike="noStrike" kern="1200" cap="none" spc="600" normalizeH="0" baseline="0" noProof="1">
                <a:solidFill>
                  <a:schemeClr val="bg1"/>
                </a:solidFill>
                <a:effectLst/>
                <a:uFillTx/>
                <a:latin typeface="+mj-lt"/>
                <a:ea typeface="+mj-ea"/>
                <a:cs typeface="+mj-cs"/>
                <a:sym typeface="+mn-ea"/>
              </a:rPr>
              <a:t>/</a:t>
            </a:r>
            <a:r>
              <a:rPr kumimoji="0" lang="zh-TW" altLang="en-US" sz="3375" b="1" i="0" u="none" strike="noStrike" kern="1200" cap="none" spc="600" normalizeH="0" baseline="0" noProof="1">
                <a:solidFill>
                  <a:schemeClr val="bg1"/>
                </a:solidFill>
                <a:effectLst/>
                <a:uFillTx/>
                <a:latin typeface="+mj-lt"/>
                <a:ea typeface="+mj-ea"/>
                <a:cs typeface="+mj-cs"/>
                <a:sym typeface="+mn-ea"/>
              </a:rPr>
              <a:t>異動程序</a:t>
            </a:r>
            <a:endParaRPr kumimoji="0" lang="zh-TW" altLang="en-US" sz="3375" b="1" i="0" u="none" strike="noStrike" kern="1200" cap="none" spc="600" normalizeH="0" baseline="0" noProof="1">
              <a:solidFill>
                <a:schemeClr val="bg1"/>
              </a:solidFill>
              <a:effectLst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2290" name="副標題 2"/>
          <p:cNvSpPr>
            <a:spLocks noGrp="1"/>
          </p:cNvSpPr>
          <p:nvPr>
            <p:ph type="subTitle" idx="1" hasCustomPrompt="1"/>
          </p:nvPr>
        </p:nvSpPr>
        <p:spPr>
          <a:xfrm>
            <a:off x="2424113" y="3725863"/>
            <a:ext cx="4321175" cy="296862"/>
          </a:xfrm>
        </p:spPr>
        <p:txBody>
          <a:bodyPr vert="horz" lIns="101600" tIns="38100" rIns="76200" bIns="38100" anchor="t" anchorCtr="0"/>
          <a:p>
            <a:pPr defTabSz="685800"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TW" altLang="en-US" kern="1200" normalizeH="0" baseline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價值交付組</a:t>
            </a:r>
            <a:endParaRPr lang="zh-TW" altLang="en-US" kern="1200" normalizeH="0" baseline="0">
              <a:solidFill>
                <a:srgbClr val="40404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291" name="文字版面配置區 3"/>
          <p:cNvSpPr>
            <a:spLocks noGrp="1"/>
          </p:cNvSpPr>
          <p:nvPr>
            <p:ph type="body" idx="13" hasCustomPrompt="1"/>
          </p:nvPr>
        </p:nvSpPr>
        <p:spPr>
          <a:xfrm>
            <a:off x="2424113" y="4468813"/>
            <a:ext cx="4321175" cy="290512"/>
          </a:xfrm>
        </p:spPr>
        <p:txBody>
          <a:bodyPr vert="horz" lIns="101600" tIns="38100" rIns="76200" bIns="38100" anchor="t" anchorCtr="0"/>
          <a:p>
            <a:pPr defTabSz="685800"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zh-TW" kern="1200" normalizeH="0" baseline="0">
                <a:solidFill>
                  <a:srgbClr val="404040"/>
                </a:solidFill>
                <a:latin typeface="+mn-lt"/>
                <a:ea typeface="+mn-ea"/>
                <a:cs typeface="+mn-cs"/>
                <a:sym typeface="Microsoft YaHei" panose="020B0503020204020204" charset="-122"/>
              </a:rPr>
              <a:t>2022/03/07</a:t>
            </a:r>
            <a:endParaRPr lang="en-US" altLang="zh-TW" kern="1200" normalizeH="0" baseline="0">
              <a:solidFill>
                <a:srgbClr val="404040"/>
              </a:solidFill>
              <a:latin typeface="+mn-lt"/>
              <a:ea typeface="+mn-ea"/>
              <a:cs typeface="+mn-cs"/>
              <a:sym typeface="Microsoft YaHei" panose="020B0503020204020204" charset="-122"/>
            </a:endParaRPr>
          </a:p>
        </p:txBody>
      </p:sp>
      <p:sp>
        <p:nvSpPr>
          <p:cNvPr id="12292" name="文字版面配置區 4"/>
          <p:cNvSpPr>
            <a:spLocks noGrp="1"/>
          </p:cNvSpPr>
          <p:nvPr>
            <p:ph type="body" idx="14" hasCustomPrompt="1"/>
          </p:nvPr>
        </p:nvSpPr>
        <p:spPr>
          <a:xfrm>
            <a:off x="2424113" y="4037013"/>
            <a:ext cx="4321175" cy="344487"/>
          </a:xfrm>
        </p:spPr>
        <p:txBody>
          <a:bodyPr vert="horz" lIns="101600" tIns="38100" rIns="76200" bIns="38100" anchor="t" anchorCtr="0"/>
          <a:p>
            <a:pPr defTabSz="685800"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TW" altLang="en-US" kern="1200" normalizeH="0" baseline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林嘉祺</a:t>
            </a:r>
            <a:endParaRPr lang="zh-TW" altLang="en-US" kern="1200" normalizeH="0" baseline="0">
              <a:solidFill>
                <a:srgbClr val="404040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04813" y="539750"/>
            <a:ext cx="8369300" cy="539750"/>
          </a:xfrm>
        </p:spPr>
        <p:txBody>
          <a:bodyPr lIns="101600" tIns="38100" rIns="76200" bIns="38100" rtlCol="0" anchor="ctr" anchorCtr="0">
            <a:noAutofit/>
          </a:bodyPr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TW" altLang="en-US" sz="2400" b="1" i="0" u="none" strike="noStrike" kern="1200" cap="none" spc="300" normalizeH="0" baseline="0" noProof="1">
                <a:solidFill>
                  <a:srgbClr val="41B6E7"/>
                </a:solidFill>
                <a:uFillTx/>
                <a:latin typeface="Microsoft YaHei" panose="020B0503020204020204" charset="-122"/>
                <a:ea typeface="Microsoft YaHei" panose="020B0503020204020204" charset="-122"/>
                <a:cs typeface="+mj-cs"/>
                <a:sym typeface="+mn-ea"/>
              </a:rPr>
              <a:t>人員離職/異動執行程序目的</a:t>
            </a:r>
            <a:endParaRPr kumimoji="0" lang="zh-TW" altLang="en-US" sz="2400" b="1" i="0" u="none" strike="noStrike" kern="1200" cap="none" spc="200" normalizeH="0" baseline="0" noProof="1">
              <a:solidFill>
                <a:srgbClr val="41B6E7"/>
              </a:solidFill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3314" name="文字方塊 3"/>
          <p:cNvSpPr txBox="1"/>
          <p:nvPr/>
        </p:nvSpPr>
        <p:spPr>
          <a:xfrm>
            <a:off x="490538" y="1143000"/>
            <a:ext cx="7364412" cy="32162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TW" altLang="en-US" sz="1500" dirty="0">
                <a:latin typeface="Microsoft YaHei" panose="020B0503020204020204" charset="-122"/>
                <a:ea typeface="Microsoft YaHei" panose="020B0503020204020204" charset="-122"/>
                <a:sym typeface="Microsoft YaHei" panose="020B0503020204020204" charset="-122"/>
              </a:rPr>
              <a:t>組織中若有人異動或因故離職後，尚有未處理完電子簽核系統分派的流程工作時，此時便需要系統管理員將此類的工作進行強制的轉派。</a:t>
            </a:r>
            <a:endParaRPr lang="zh-TW" altLang="en-US" sz="1500" dirty="0">
              <a:latin typeface="Microsoft YaHei" panose="020B0503020204020204" charset="-122"/>
              <a:ea typeface="Microsoft YaHei" panose="020B0503020204020204" charset="-122"/>
              <a:sym typeface="Microsoft YaHei" panose="020B0503020204020204" charset="-122"/>
            </a:endParaRPr>
          </a:p>
          <a:p>
            <a:endParaRPr lang="zh-TW" altLang="en-US" sz="1500" dirty="0">
              <a:solidFill>
                <a:srgbClr val="002060"/>
              </a:solidFill>
              <a:latin typeface="Microsoft YaHei" panose="020B0503020204020204" charset="-122"/>
              <a:ea typeface="Microsoft YaHei" panose="020B0503020204020204" charset="-122"/>
            </a:endParaRPr>
          </a:p>
          <a:p>
            <a:endParaRPr lang="zh-TW" altLang="en-US" sz="1500" dirty="0">
              <a:solidFill>
                <a:srgbClr val="002060"/>
              </a:solidFill>
              <a:latin typeface="Microsoft YaHei" panose="020B0503020204020204" charset="-122"/>
              <a:ea typeface="Microsoft YaHei" panose="020B0503020204020204" charset="-122"/>
            </a:endParaRPr>
          </a:p>
          <a:p>
            <a:r>
              <a:rPr lang="zh-TW" altLang="zh-TW" sz="1600" b="1" dirty="0">
                <a:solidFill>
                  <a:srgbClr val="0070C0"/>
                </a:solidFill>
                <a:latin typeface="Microsoft YaHei" panose="020B0503020204020204" charset="-122"/>
                <a:ea typeface="Microsoft YaHei" panose="020B0503020204020204" charset="-122"/>
              </a:rPr>
              <a:t>需檢核：</a:t>
            </a:r>
            <a:endParaRPr lang="zh-TW" altLang="zh-TW" sz="1600" dirty="0">
              <a:solidFill>
                <a:srgbClr val="0070C0"/>
              </a:solidFill>
              <a:latin typeface="Microsoft YaHei" panose="020B0503020204020204" charset="-122"/>
              <a:ea typeface="Microsoft YaHei" panose="020B0503020204020204" charset="-122"/>
            </a:endParaRPr>
          </a:p>
          <a:p>
            <a:r>
              <a:rPr lang="zh-TW" altLang="zh-TW" sz="1600" dirty="0">
                <a:solidFill>
                  <a:srgbClr val="0070C0"/>
                </a:solidFill>
                <a:latin typeface="Microsoft YaHei" panose="020B0503020204020204" charset="-122"/>
                <a:ea typeface="Microsoft YaHei" panose="020B0503020204020204" charset="-122"/>
              </a:rPr>
              <a:t>有無擔任部門主管</a:t>
            </a:r>
            <a:r>
              <a:rPr lang="en-US" altLang="zh-TW" sz="1600" dirty="0">
                <a:solidFill>
                  <a:srgbClr val="0070C0"/>
                </a:solidFill>
                <a:latin typeface="Microsoft YaHei" panose="020B0503020204020204" charset="-122"/>
                <a:ea typeface="Microsoft YaHei" panose="020B0503020204020204" charset="-122"/>
              </a:rPr>
              <a:t>?</a:t>
            </a:r>
            <a:endParaRPr lang="en-US" altLang="zh-TW" sz="1600" dirty="0">
              <a:solidFill>
                <a:srgbClr val="0070C0"/>
              </a:solidFill>
              <a:latin typeface="Microsoft YaHei" panose="020B0503020204020204" charset="-122"/>
              <a:ea typeface="Microsoft YaHei" panose="020B0503020204020204" charset="-122"/>
            </a:endParaRPr>
          </a:p>
          <a:p>
            <a:r>
              <a:rPr lang="zh-TW" altLang="en-US" sz="1600" dirty="0">
                <a:solidFill>
                  <a:srgbClr val="0070C0"/>
                </a:solidFill>
                <a:latin typeface="Microsoft YaHei" panose="020B0503020204020204" charset="-122"/>
                <a:ea typeface="Microsoft YaHei" panose="020B0503020204020204" charset="-122"/>
              </a:rPr>
              <a:t>有無設定至某群組</a:t>
            </a:r>
            <a:r>
              <a:rPr lang="en-US" altLang="zh-TW" sz="1600" dirty="0">
                <a:solidFill>
                  <a:srgbClr val="0070C0"/>
                </a:solidFill>
                <a:latin typeface="Microsoft YaHei" panose="020B0503020204020204" charset="-122"/>
                <a:ea typeface="Microsoft YaHei" panose="020B0503020204020204" charset="-122"/>
              </a:rPr>
              <a:t>?</a:t>
            </a:r>
            <a:endParaRPr lang="en-US" altLang="zh-TW" sz="1600" dirty="0">
              <a:solidFill>
                <a:srgbClr val="0070C0"/>
              </a:solidFill>
              <a:latin typeface="Microsoft YaHei" panose="020B0503020204020204" charset="-122"/>
              <a:ea typeface="Microsoft YaHei" panose="020B0503020204020204" charset="-122"/>
            </a:endParaRPr>
          </a:p>
          <a:p>
            <a:r>
              <a:rPr lang="zh-TW" altLang="en-US" sz="1600" dirty="0">
                <a:solidFill>
                  <a:srgbClr val="0070C0"/>
                </a:solidFill>
                <a:latin typeface="Microsoft YaHei" panose="020B0503020204020204" charset="-122"/>
                <a:ea typeface="Microsoft YaHei" panose="020B0503020204020204" charset="-122"/>
              </a:rPr>
              <a:t>表單簽核流程是否有設定到該人員</a:t>
            </a:r>
            <a:r>
              <a:rPr lang="en-US" altLang="zh-TW" sz="1600" dirty="0">
                <a:solidFill>
                  <a:srgbClr val="0070C0"/>
                </a:solidFill>
                <a:latin typeface="Microsoft YaHei" panose="020B0503020204020204" charset="-122"/>
                <a:ea typeface="Microsoft YaHei" panose="020B0503020204020204" charset="-122"/>
              </a:rPr>
              <a:t>?</a:t>
            </a:r>
            <a:endParaRPr lang="en-US" altLang="zh-TW" sz="1600" dirty="0">
              <a:solidFill>
                <a:srgbClr val="0070C0"/>
              </a:solidFill>
              <a:latin typeface="Microsoft YaHei" panose="020B0503020204020204" charset="-122"/>
              <a:ea typeface="Microsoft YaHei" panose="020B0503020204020204" charset="-122"/>
            </a:endParaRPr>
          </a:p>
          <a:p>
            <a:r>
              <a:rPr lang="zh-TW" altLang="en-US" sz="1600" dirty="0">
                <a:solidFill>
                  <a:srgbClr val="0070C0"/>
                </a:solidFill>
                <a:latin typeface="Microsoft YaHei" panose="020B0503020204020204" charset="-122"/>
                <a:ea typeface="Microsoft YaHei" panose="020B0503020204020204" charset="-122"/>
              </a:rPr>
              <a:t>有無未簽核完的表單</a:t>
            </a:r>
            <a:r>
              <a:rPr lang="en-US" altLang="zh-TW" sz="1600" dirty="0">
                <a:solidFill>
                  <a:srgbClr val="0070C0"/>
                </a:solidFill>
                <a:latin typeface="Microsoft YaHei" panose="020B0503020204020204" charset="-122"/>
                <a:ea typeface="Microsoft YaHei" panose="020B0503020204020204" charset="-122"/>
              </a:rPr>
              <a:t>?</a:t>
            </a:r>
            <a:endParaRPr lang="en-US" altLang="zh-TW" sz="1600" dirty="0">
              <a:solidFill>
                <a:srgbClr val="0070C0"/>
              </a:solidFill>
              <a:latin typeface="Microsoft YaHei" panose="020B0503020204020204" charset="-122"/>
              <a:ea typeface="Microsoft YaHei" panose="020B0503020204020204" charset="-122"/>
            </a:endParaRPr>
          </a:p>
          <a:p>
            <a:pPr>
              <a:buClrTx/>
              <a:buFontTx/>
            </a:pPr>
            <a:r>
              <a:rPr lang="zh-TW" altLang="en-US" sz="1600" dirty="0">
                <a:solidFill>
                  <a:srgbClr val="0070C0"/>
                </a:solidFill>
                <a:latin typeface="Microsoft YaHei" panose="020B0503020204020204" charset="-122"/>
                <a:ea typeface="Microsoft YaHei" panose="020B0503020204020204" charset="-122"/>
              </a:rPr>
              <a:t>已送單的表單會不會影響?</a:t>
            </a:r>
            <a:endParaRPr lang="zh-TW" altLang="en-US" sz="1600" dirty="0">
              <a:solidFill>
                <a:srgbClr val="0070C0"/>
              </a:solidFill>
              <a:latin typeface="Microsoft YaHei" panose="020B0503020204020204" charset="-122"/>
              <a:ea typeface="Microsoft YaHei" panose="020B0503020204020204" charset="-122"/>
            </a:endParaRPr>
          </a:p>
          <a:p>
            <a:pPr>
              <a:buClrTx/>
              <a:buFontTx/>
            </a:pPr>
            <a:r>
              <a:rPr lang="zh-TW" altLang="en-US" sz="1600" dirty="0">
                <a:solidFill>
                  <a:srgbClr val="0070C0"/>
                </a:solidFill>
                <a:latin typeface="Microsoft YaHei" panose="020B0503020204020204" charset="-122"/>
                <a:ea typeface="Microsoft YaHei" panose="020B0503020204020204" charset="-122"/>
              </a:rPr>
              <a:t>代理人是否有設定到該人員?</a:t>
            </a:r>
            <a:endParaRPr lang="zh-TW" altLang="en-US" sz="1600" dirty="0">
              <a:solidFill>
                <a:srgbClr val="0070C0"/>
              </a:solidFill>
              <a:latin typeface="Microsoft YaHei" panose="020B0503020204020204" charset="-122"/>
              <a:ea typeface="Microsoft YaHei" panose="020B0503020204020204" charset="-122"/>
            </a:endParaRPr>
          </a:p>
          <a:p>
            <a:pPr>
              <a:buClrTx/>
              <a:buFontTx/>
            </a:pPr>
            <a:r>
              <a:rPr lang="zh-TW" altLang="en-US" sz="1600" dirty="0">
                <a:solidFill>
                  <a:srgbClr val="0070C0"/>
                </a:solidFill>
                <a:latin typeface="Microsoft YaHei" panose="020B0503020204020204" charset="-122"/>
                <a:ea typeface="Microsoft YaHei" panose="020B0503020204020204" charset="-122"/>
              </a:rPr>
              <a:t>若異動/離職人員為主管，隸屬該人員的員工是否要調整直屬主管?</a:t>
            </a:r>
            <a:endParaRPr lang="zh-TW" altLang="en-US" sz="1600" dirty="0">
              <a:solidFill>
                <a:srgbClr val="0070C0"/>
              </a:solidFill>
              <a:latin typeface="Microsoft YaHei" panose="020B0503020204020204" charset="-122"/>
              <a:ea typeface="Microsoft YaHei" panose="020B0503020204020204" charset="-122"/>
            </a:endParaRPr>
          </a:p>
          <a:p>
            <a:r>
              <a:rPr lang="zh-TW" altLang="en-US" sz="1500" dirty="0">
                <a:solidFill>
                  <a:srgbClr val="002060"/>
                </a:solidFill>
                <a:latin typeface="Microsoft YaHei" panose="020B0503020204020204" charset="-122"/>
                <a:ea typeface="新細明體" panose="02020500000000000000" pitchFamily="18" charset="-120"/>
                <a:sym typeface="Microsoft YaHei" panose="020B0503020204020204" charset="-122"/>
              </a:rPr>
              <a:t> </a:t>
            </a:r>
            <a:endParaRPr lang="zh-TW" altLang="en-US" sz="1500" dirty="0">
              <a:solidFill>
                <a:srgbClr val="002060"/>
              </a:solidFill>
              <a:latin typeface="Microsoft YaHei" panose="020B0503020204020204" charset="-122"/>
              <a:ea typeface="新細明體" panose="02020500000000000000" pitchFamily="18" charset="-120"/>
              <a:sym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04813" y="539750"/>
            <a:ext cx="8369300" cy="539750"/>
          </a:xfrm>
        </p:spPr>
        <p:txBody>
          <a:bodyPr lIns="101600" tIns="38100" rIns="76200" bIns="38100" rtlCol="0" anchor="ctr" anchorCtr="0">
            <a:noAutofit/>
          </a:bodyPr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TW" altLang="en-US" sz="2400" b="1" i="0" u="none" strike="noStrike" kern="1200" cap="none" spc="300" normalizeH="0" baseline="0" noProof="1">
                <a:solidFill>
                  <a:srgbClr val="41B6E7"/>
                </a:solidFill>
                <a:uFillTx/>
                <a:latin typeface="Microsoft YaHei" panose="020B0503020204020204" charset="-122"/>
                <a:ea typeface="Microsoft YaHei" panose="020B0503020204020204" charset="-122"/>
                <a:cs typeface="+mj-cs"/>
                <a:sym typeface="+mn-ea"/>
              </a:rPr>
              <a:t>人員離職/異動執行程序</a:t>
            </a:r>
            <a:endParaRPr kumimoji="0" lang="zh-TW" altLang="en-US" sz="2400" b="1" i="0" u="none" strike="noStrike" kern="1200" cap="none" spc="200" normalizeH="0" baseline="0" noProof="1">
              <a:solidFill>
                <a:srgbClr val="41B6E7"/>
              </a:solidFill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490855" y="1143000"/>
            <a:ext cx="8188325" cy="37846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TW" altLang="en-US" sz="1500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檢核步驟如下：</a:t>
            </a:r>
            <a:endParaRPr lang="zh-TW" altLang="en-US" sz="1500" noProof="1" dirty="0">
              <a:latin typeface="Microsoft YaHei" panose="020B0503020204020204" charset="-122"/>
              <a:ea typeface="Microsoft YaHei" panose="020B0503020204020204" charset="-122"/>
              <a:sym typeface="+mn-ea"/>
            </a:endParaRPr>
          </a:p>
          <a:p>
            <a:endParaRPr kumimoji="1" lang="zh-TW" altLang="en-US" sz="1500" noProof="0" dirty="0">
              <a:solidFill>
                <a:srgbClr val="00206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 marL="342900" indent="-342900">
              <a:buFont typeface="+mj-lt"/>
              <a:buAutoNum type="arabicPeriod"/>
            </a:pPr>
            <a:r>
              <a:rPr lang="zh-TW" altLang="en-US" sz="1500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員工資料維護作業-查詢流程設</a:t>
            </a:r>
            <a:r>
              <a:rPr lang="zh-TW" altLang="en-US" sz="1500" noProof="1" dirty="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定</a:t>
            </a:r>
            <a:r>
              <a:rPr lang="en-US" altLang="zh-TW" sz="1500" noProof="1" dirty="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(</a:t>
            </a:r>
            <a:r>
              <a:rPr lang="zh-TW" altLang="en-US" sz="1500" noProof="1" dirty="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異動員工</a:t>
            </a:r>
            <a:r>
              <a:rPr lang="en-US" altLang="zh-TW" sz="1500" noProof="1" dirty="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)</a:t>
            </a:r>
            <a:endParaRPr lang="zh-TW" altLang="en-US" sz="1500" noProof="1" dirty="0"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+mn-ea"/>
            </a:endParaRPr>
          </a:p>
          <a:p>
            <a:pPr marL="800100" lvl="1" indent="-342900" fontAlgn="base">
              <a:buFont typeface="Wingdings" panose="05000000000000000000" charset="0"/>
              <a:buChar char="ü"/>
            </a:pPr>
            <a:r>
              <a:rPr lang="zh-TW" altLang="en-US" sz="1500" strike="noStrike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部門、專案、標準群組</a:t>
            </a:r>
            <a:r>
              <a:rPr lang="zh-TW" altLang="en-US" sz="1500" strike="noStrike" noProof="1" dirty="0">
                <a:latin typeface="Arial" panose="020B0604020202020204" pitchFamily="34" charset="0"/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→</a:t>
            </a:r>
            <a:r>
              <a:rPr lang="zh-TW" altLang="en-US" sz="1500" strike="noStrike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組織資料維護作業、專案代號維護作業、</a:t>
            </a:r>
            <a:r>
              <a:rPr lang="zh-TW" altLang="en-US" sz="1500" strike="noStrike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標準群組維護作業</a:t>
            </a:r>
            <a:endParaRPr lang="zh-TW" altLang="en-US" sz="1500" strike="noStrike" noProof="1" dirty="0">
              <a:latin typeface="Microsoft YaHei" panose="020B0503020204020204" charset="-122"/>
              <a:ea typeface="Microsoft YaHei" panose="020B0503020204020204" charset="-122"/>
              <a:sym typeface="+mn-ea"/>
            </a:endParaRPr>
          </a:p>
          <a:p>
            <a:pPr marL="800100" lvl="1" indent="-342900" fontAlgn="base">
              <a:buFont typeface="Wingdings" panose="05000000000000000000" charset="0"/>
              <a:buChar char="ü"/>
            </a:pPr>
            <a:r>
              <a:rPr lang="zh-TW" altLang="en-US" sz="1500" strike="noStrike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流程設定</a:t>
            </a:r>
            <a:r>
              <a:rPr lang="zh-TW" altLang="en-US" sz="1500" strike="noStrike" noProof="1" dirty="0">
                <a:latin typeface="Arial" panose="020B0604020202020204" pitchFamily="34" charset="0"/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→</a:t>
            </a:r>
            <a:r>
              <a:rPr lang="zh-TW" altLang="en-US" sz="1500" strike="noStrike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流程設定精靈</a:t>
            </a:r>
            <a:endParaRPr lang="zh-TW" altLang="en-US" sz="1500" strike="noStrike" noProof="1" dirty="0">
              <a:latin typeface="Microsoft YaHei" panose="020B0503020204020204" charset="-122"/>
              <a:ea typeface="Microsoft YaHei" panose="020B0503020204020204" charset="-122"/>
              <a:sym typeface="+mn-ea"/>
            </a:endParaRPr>
          </a:p>
          <a:p>
            <a:pPr marL="800100" lvl="1" indent="-342900" fontAlgn="base">
              <a:buFont typeface="Wingdings" panose="05000000000000000000" charset="0"/>
              <a:buChar char="ü"/>
            </a:pPr>
            <a:r>
              <a:rPr lang="zh-TW" altLang="en-US" sz="1500" strike="noStrike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簽核表單</a:t>
            </a:r>
            <a:r>
              <a:rPr lang="zh-TW" altLang="en-US" sz="1500" strike="noStrike" noProof="1" dirty="0">
                <a:latin typeface="Arial" panose="020B0604020202020204" pitchFamily="34" charset="0"/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→</a:t>
            </a:r>
            <a:r>
              <a:rPr lang="zh-TW" altLang="en-US" sz="1500" strike="noStrike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簽核代理人設定作業</a:t>
            </a:r>
            <a:endParaRPr lang="zh-TW" altLang="en-US" sz="1500" strike="noStrike" noProof="1" dirty="0">
              <a:latin typeface="Microsoft YaHei" panose="020B0503020204020204" charset="-122"/>
              <a:ea typeface="Microsoft YaHei" panose="020B0503020204020204" charset="-122"/>
              <a:sym typeface="+mn-ea"/>
            </a:endParaRPr>
          </a:p>
          <a:p>
            <a:pPr marL="800100" lvl="1" indent="-342900" fontAlgn="base">
              <a:buFont typeface="Wingdings" panose="05000000000000000000" charset="0"/>
              <a:buChar char="ü"/>
            </a:pPr>
            <a:r>
              <a:rPr lang="zh-TW" altLang="en-US" sz="1500" strike="noStrike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職務職稱</a:t>
            </a:r>
            <a:r>
              <a:rPr lang="zh-TW" altLang="en-US" sz="1500" strike="noStrike" noProof="1" dirty="0">
                <a:latin typeface="Arial" panose="020B0604020202020204" pitchFamily="34" charset="0"/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→</a:t>
            </a:r>
            <a:r>
              <a:rPr lang="zh-TW" altLang="en-US" sz="1500" strike="noStrike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流程設定精靈</a:t>
            </a:r>
            <a:endParaRPr lang="zh-TW" altLang="en-US" sz="1500" strike="noStrike" noProof="1" dirty="0">
              <a:latin typeface="Microsoft YaHei" panose="020B0503020204020204" charset="-122"/>
              <a:ea typeface="Microsoft YaHei" panose="020B0503020204020204" charset="-122"/>
              <a:sym typeface="+mn-ea"/>
            </a:endParaRPr>
          </a:p>
          <a:p>
            <a:pPr marL="800100" lvl="1" indent="-342900" fontAlgn="base">
              <a:buFont typeface="Wingdings" panose="05000000000000000000" charset="0"/>
              <a:buChar char="ü"/>
            </a:pPr>
            <a:r>
              <a:rPr lang="zh-TW" altLang="en-US" sz="1500" strike="noStrike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子流程</a:t>
            </a:r>
            <a:r>
              <a:rPr lang="zh-TW" altLang="en-US" sz="1500" strike="noStrike" noProof="1" dirty="0">
                <a:latin typeface="Arial" panose="020B0604020202020204" pitchFamily="34" charset="0"/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→</a:t>
            </a:r>
            <a:r>
              <a:rPr lang="zh-TW" altLang="en-US" sz="1500" strike="noStrike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流程設定精靈</a:t>
            </a:r>
            <a:endParaRPr lang="zh-TW" altLang="en-US" sz="1500" strike="noStrike" noProof="1" dirty="0">
              <a:latin typeface="Microsoft YaHei" panose="020B0503020204020204" charset="-122"/>
              <a:ea typeface="Microsoft YaHei" panose="020B0503020204020204" charset="-122"/>
              <a:sym typeface="+mn-ea"/>
            </a:endParaRPr>
          </a:p>
          <a:p>
            <a:pPr marL="800100" lvl="1" indent="-342900" fontAlgn="base">
              <a:buFont typeface="Wingdings" panose="05000000000000000000" charset="0"/>
              <a:buChar char="ü"/>
            </a:pPr>
            <a:r>
              <a:rPr lang="zh-TW" altLang="en-US" sz="1500" strike="noStrike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動態參數群組成員</a:t>
            </a:r>
            <a:r>
              <a:rPr lang="zh-TW" altLang="en-US" sz="1500" strike="noStrike" noProof="1" dirty="0">
                <a:latin typeface="Arial" panose="020B0604020202020204" pitchFamily="34" charset="0"/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→</a:t>
            </a:r>
            <a:r>
              <a:rPr lang="zh-TW" altLang="en-US" sz="1500" strike="noStrike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流程設定精靈</a:t>
            </a:r>
            <a:endParaRPr lang="zh-TW" altLang="en-US" sz="1500" strike="noStrike" noProof="1" dirty="0">
              <a:latin typeface="Microsoft YaHei" panose="020B0503020204020204" charset="-122"/>
              <a:ea typeface="Microsoft YaHei" panose="020B0503020204020204" charset="-122"/>
              <a:sym typeface="+mn-ea"/>
            </a:endParaRPr>
          </a:p>
          <a:p>
            <a:pPr marL="342900" indent="-342900">
              <a:buFont typeface="+mj-lt"/>
              <a:buAutoNum type="arabicPeriod"/>
            </a:pPr>
            <a:endParaRPr lang="zh-TW" altLang="en-US" sz="1500" noProof="1" dirty="0">
              <a:latin typeface="Microsoft YaHei" panose="020B0503020204020204" charset="-122"/>
              <a:ea typeface="Microsoft YaHei" panose="020B0503020204020204" charset="-122"/>
              <a:sym typeface="+mn-ea"/>
            </a:endParaRPr>
          </a:p>
          <a:p>
            <a:pPr marL="342900" indent="-342900">
              <a:buFont typeface="+mj-lt"/>
              <a:buAutoNum type="arabicPeriod"/>
            </a:pPr>
            <a:r>
              <a:rPr lang="zh-TW" altLang="en-US" sz="1500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員工資料維護作業</a:t>
            </a:r>
            <a:r>
              <a:rPr lang="en-US" altLang="zh-TW" sz="1500" noProof="1" dirty="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-</a:t>
            </a:r>
            <a:r>
              <a:rPr lang="zh-TW" altLang="en-US" sz="1500" noProof="1" dirty="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基本資料</a:t>
            </a:r>
            <a:r>
              <a:rPr lang="en-US" altLang="zh-TW" sz="1500" noProof="1" dirty="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(</a:t>
            </a:r>
            <a:r>
              <a:rPr lang="zh-TW" altLang="en-US" sz="1500" noProof="1" dirty="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隸屬該異動員工成員</a:t>
            </a:r>
            <a:r>
              <a:rPr lang="en-US" altLang="zh-TW" sz="1500" noProof="1" dirty="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)</a:t>
            </a:r>
            <a:endParaRPr lang="zh-TW" altLang="en-US" sz="1500" noProof="1" dirty="0"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+mn-ea"/>
            </a:endParaRPr>
          </a:p>
          <a:p>
            <a:pPr marL="800100" lvl="1" indent="-342900" fontAlgn="base">
              <a:buFont typeface="Wingdings" panose="05000000000000000000" charset="0"/>
              <a:buChar char="ü"/>
            </a:pPr>
            <a:r>
              <a:rPr lang="zh-TW" altLang="en-US" sz="1500" strike="noStrike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直屬主管</a:t>
            </a:r>
            <a:endParaRPr lang="zh-TW" altLang="en-US" sz="1500" strike="noStrike" noProof="1" dirty="0">
              <a:latin typeface="Microsoft YaHei" panose="020B0503020204020204" charset="-122"/>
              <a:ea typeface="Microsoft YaHei" panose="020B0503020204020204" charset="-122"/>
              <a:sym typeface="+mn-ea"/>
            </a:endParaRPr>
          </a:p>
          <a:p>
            <a:pPr marL="800100" lvl="1" indent="-342900" fontAlgn="base">
              <a:buFont typeface="Wingdings" panose="05000000000000000000" charset="0"/>
              <a:buChar char="ü"/>
            </a:pPr>
            <a:r>
              <a:rPr lang="zh-TW" altLang="en-US" sz="1500" strike="noStrike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代理人</a:t>
            </a:r>
            <a:endParaRPr lang="zh-TW" altLang="en-US" sz="1500" strike="noStrike" noProof="1" dirty="0">
              <a:latin typeface="Microsoft YaHei" panose="020B0503020204020204" charset="-122"/>
              <a:ea typeface="Microsoft YaHei" panose="020B0503020204020204" charset="-122"/>
              <a:sym typeface="+mn-ea"/>
            </a:endParaRPr>
          </a:p>
          <a:p>
            <a:pPr marL="342900" indent="-342900">
              <a:buFont typeface="+mj-lt"/>
              <a:buAutoNum type="arabicPeriod"/>
            </a:pPr>
            <a:endParaRPr lang="zh-TW" altLang="en-US" sz="1500" noProof="1" dirty="0">
              <a:latin typeface="Microsoft YaHei" panose="020B0503020204020204" charset="-122"/>
              <a:ea typeface="Microsoft YaHei" panose="020B0503020204020204" charset="-122"/>
              <a:sym typeface="+mn-ea"/>
            </a:endParaRPr>
          </a:p>
          <a:p>
            <a:pPr marL="342900" indent="-342900">
              <a:buFont typeface="+mj-lt"/>
              <a:buAutoNum type="arabicPeriod"/>
            </a:pPr>
            <a:r>
              <a:rPr lang="zh-TW" altLang="en-US" sz="1500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離職員工資料維護作業</a:t>
            </a:r>
            <a:endParaRPr lang="zh-TW" altLang="en-US" sz="1500" noProof="1" dirty="0">
              <a:latin typeface="Microsoft YaHei" panose="020B0503020204020204" charset="-122"/>
              <a:ea typeface="Microsoft YaHei" panose="020B0503020204020204" charset="-122"/>
              <a:sym typeface="+mn-ea"/>
            </a:endParaRPr>
          </a:p>
          <a:p>
            <a:pPr marL="342900" indent="-342900">
              <a:buFont typeface="+mj-lt"/>
              <a:buAutoNum type="arabicPeriod"/>
            </a:pPr>
            <a:r>
              <a:rPr lang="zh-TW" altLang="en-US" sz="1500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離職員工原稿授權作業</a:t>
            </a:r>
            <a:r>
              <a:rPr kumimoji="1" lang="zh-TW" altLang="en-US" sz="1500" noProof="0" dirty="0">
                <a:solidFill>
                  <a:srgbClr val="002060"/>
                </a:solidFill>
                <a:latin typeface="Microsoft YaHei" panose="020B0503020204020204" charset="-122"/>
                <a:ea typeface="新細明體" panose="02020500000000000000" pitchFamily="18" charset="-120"/>
                <a:cs typeface="Microsoft YaHei" panose="020B0503020204020204" charset="-122"/>
                <a:sym typeface="+mn-ea"/>
              </a:rPr>
              <a:t> </a:t>
            </a:r>
            <a:endParaRPr kumimoji="1" lang="zh-TW" altLang="en-US" sz="1500" noProof="0" dirty="0">
              <a:solidFill>
                <a:srgbClr val="002060"/>
              </a:solidFill>
              <a:latin typeface="Microsoft YaHei" panose="020B0503020204020204" charset="-122"/>
              <a:cs typeface="Microsoft YaHei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000" fill="hold"/>
                                        <p:tgtEl>
                                          <p:spTgt spid="4">
                                            <p:txEl>
                                              <p:charRg st="9" end="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5361" name="圖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76475" y="1079500"/>
            <a:ext cx="6850063" cy="27463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5362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75" y="1079500"/>
            <a:ext cx="2043113" cy="37480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5363" name="標題 1"/>
          <p:cNvSpPr>
            <a:spLocks noGrp="1"/>
          </p:cNvSpPr>
          <p:nvPr>
            <p:ph type="title"/>
          </p:nvPr>
        </p:nvSpPr>
        <p:spPr>
          <a:xfrm>
            <a:off x="404813" y="539750"/>
            <a:ext cx="8369300" cy="539750"/>
          </a:xfrm>
        </p:spPr>
        <p:txBody>
          <a:bodyPr lIns="101600" tIns="38100" rIns="76200" bIns="38100" anchor="ctr" anchorCtr="0"/>
          <a:p>
            <a:pPr indent="0" defTabSz="685800">
              <a:buNone/>
            </a:pPr>
            <a:r>
              <a:rPr lang="zh-TW" altLang="zh-CN" kern="1200" normalizeH="0" baseline="0">
                <a:latin typeface="+mj-lt"/>
                <a:ea typeface="+mj-ea"/>
                <a:cs typeface="+mj-cs"/>
                <a:sym typeface="Microsoft YaHei" panose="020B0503020204020204" charset="-122"/>
              </a:rPr>
              <a:t>員工維護作業</a:t>
            </a:r>
            <a:endParaRPr lang="zh-TW" altLang="en-US" kern="1200" normalizeH="0" baseline="0">
              <a:latin typeface="+mj-lt"/>
              <a:ea typeface="+mj-ea"/>
              <a:cs typeface="+mj-cs"/>
              <a:sym typeface="Microsoft YaHei" panose="020B0503020204020204" charset="-122"/>
            </a:endParaRPr>
          </a:p>
        </p:txBody>
      </p:sp>
      <p:sp>
        <p:nvSpPr>
          <p:cNvPr id="15364" name="文字方塊 3"/>
          <p:cNvSpPr txBox="1"/>
          <p:nvPr/>
        </p:nvSpPr>
        <p:spPr>
          <a:xfrm>
            <a:off x="7204075" y="1349375"/>
            <a:ext cx="1365250" cy="322263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TW" altLang="en-US" sz="1500" dirty="0">
                <a:solidFill>
                  <a:srgbClr val="002060"/>
                </a:solidFill>
                <a:latin typeface="Microsoft YaHei" panose="020B0503020204020204" charset="-122"/>
                <a:ea typeface="Microsoft YaHei" panose="020B0503020204020204" charset="-122"/>
              </a:rPr>
              <a:t>查詢異動人員</a:t>
            </a:r>
            <a:endParaRPr lang="zh-TW" altLang="en-US" sz="1500" dirty="0">
              <a:solidFill>
                <a:srgbClr val="00206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749300" y="1671638"/>
            <a:ext cx="1411288" cy="1920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350" b="0" i="0" u="none" strike="noStrike" kern="1200" cap="none" spc="0" normalizeH="0" baseline="0" noProof="0" smtClean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7523163" y="1079500"/>
            <a:ext cx="249238" cy="2698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350" b="0" i="0" u="none" strike="noStrike" kern="1200" cap="none" spc="0" normalizeH="0" baseline="0" noProof="0" smtClean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6385" name="圖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4813" y="1079500"/>
            <a:ext cx="8667750" cy="36464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6386" name="標題 1"/>
          <p:cNvSpPr>
            <a:spLocks noGrp="1"/>
          </p:cNvSpPr>
          <p:nvPr>
            <p:ph type="title"/>
          </p:nvPr>
        </p:nvSpPr>
        <p:spPr>
          <a:xfrm>
            <a:off x="404813" y="539750"/>
            <a:ext cx="8369300" cy="539750"/>
          </a:xfrm>
        </p:spPr>
        <p:txBody>
          <a:bodyPr lIns="101600" tIns="38100" rIns="76200" bIns="38100" anchor="ctr" anchorCtr="0"/>
          <a:p>
            <a:pPr indent="0" defTabSz="685800">
              <a:buNone/>
            </a:pPr>
            <a:r>
              <a:rPr lang="zh-TW" altLang="zh-CN" kern="1200" normalizeH="0" baseline="0">
                <a:latin typeface="+mj-lt"/>
                <a:ea typeface="+mj-ea"/>
                <a:cs typeface="+mj-cs"/>
                <a:sym typeface="Microsoft YaHei" panose="020B0503020204020204" charset="-122"/>
              </a:rPr>
              <a:t>員工維護作業</a:t>
            </a:r>
            <a:endParaRPr lang="zh-TW" altLang="en-US" kern="1200" normalizeH="0" baseline="0">
              <a:latin typeface="+mj-lt"/>
              <a:ea typeface="+mj-ea"/>
              <a:cs typeface="+mj-cs"/>
              <a:sym typeface="Microsoft YaHei" panose="020B050302020402020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922463" y="1476375"/>
            <a:ext cx="754063" cy="1952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350" b="0" i="0" u="none" strike="noStrike" kern="1200" cap="none" spc="0" normalizeH="0" baseline="0" noProof="0" smtClean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39750" y="1743075"/>
            <a:ext cx="3857625" cy="2768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350" b="0" i="0" u="none" strike="noStrike" kern="1200" cap="none" spc="0" normalizeH="0" baseline="0" noProof="0" smtClean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04813" y="539750"/>
            <a:ext cx="8369300" cy="539750"/>
          </a:xfrm>
        </p:spPr>
        <p:txBody>
          <a:bodyPr lIns="101600" tIns="38100" rIns="76200" bIns="38100" rtlCol="0" anchor="ctr" anchorCtr="0">
            <a:noAutofit/>
          </a:bodyPr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TW" altLang="en-US" sz="2400" b="1" i="0" u="none" strike="noStrike" kern="1200" cap="none" spc="300" normalizeH="0" baseline="0" noProof="1">
                <a:solidFill>
                  <a:srgbClr val="41B6E7"/>
                </a:solidFill>
                <a:uFillTx/>
                <a:latin typeface="Microsoft YaHei" panose="020B0503020204020204" charset="-122"/>
                <a:ea typeface="Microsoft YaHei" panose="020B0503020204020204" charset="-122"/>
                <a:cs typeface="+mj-cs"/>
                <a:sym typeface="+mn-ea"/>
              </a:rPr>
              <a:t>人員離職/異動執行程序</a:t>
            </a:r>
            <a:endParaRPr kumimoji="0" lang="zh-TW" altLang="en-US" sz="2400" b="1" i="0" u="none" strike="noStrike" kern="1200" cap="none" spc="200" normalizeH="0" baseline="0" noProof="1">
              <a:solidFill>
                <a:srgbClr val="41B6E7"/>
              </a:solidFill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490538" y="1143000"/>
            <a:ext cx="6691313" cy="37846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TW" altLang="en-US" sz="1500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檢核步驟如下：</a:t>
            </a:r>
            <a:endParaRPr lang="zh-TW" altLang="en-US" sz="1500" noProof="1" dirty="0">
              <a:latin typeface="Microsoft YaHei" panose="020B0503020204020204" charset="-122"/>
              <a:ea typeface="Microsoft YaHei" panose="020B0503020204020204" charset="-122"/>
              <a:sym typeface="+mn-ea"/>
            </a:endParaRPr>
          </a:p>
          <a:p>
            <a:endParaRPr kumimoji="1" lang="zh-TW" altLang="en-US" sz="1500" noProof="0" dirty="0">
              <a:solidFill>
                <a:srgbClr val="00206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 marL="342900" indent="-342900">
              <a:buFont typeface="+mj-lt"/>
              <a:buAutoNum type="arabicPeriod"/>
            </a:pPr>
            <a:r>
              <a:rPr lang="zh-TW" altLang="en-US" sz="1500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員工資料維護作業-查詢流程設</a:t>
            </a:r>
            <a:r>
              <a:rPr lang="zh-TW" altLang="en-US" sz="1500" noProof="1" dirty="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定</a:t>
            </a:r>
            <a:r>
              <a:rPr lang="en-US" altLang="zh-TW" sz="1500" noProof="1" dirty="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(</a:t>
            </a:r>
            <a:r>
              <a:rPr lang="zh-TW" altLang="en-US" sz="1500" noProof="1" dirty="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異動員工</a:t>
            </a:r>
            <a:r>
              <a:rPr lang="en-US" altLang="zh-TW" sz="1500" noProof="1" dirty="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)</a:t>
            </a:r>
            <a:endParaRPr lang="zh-TW" altLang="en-US" sz="1500" noProof="1" dirty="0"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+mn-ea"/>
            </a:endParaRPr>
          </a:p>
          <a:p>
            <a:pPr marL="800100" lvl="1" indent="-342900" fontAlgn="base">
              <a:buFont typeface="Wingdings" panose="05000000000000000000" charset="0"/>
              <a:buChar char="ü"/>
            </a:pPr>
            <a:r>
              <a:rPr lang="zh-TW" altLang="en-US" sz="1500" strike="noStrike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部門、專案、標準群組</a:t>
            </a:r>
            <a:r>
              <a:rPr lang="zh-TW" altLang="en-US" sz="1500" strike="noStrike" noProof="1" dirty="0">
                <a:latin typeface="Arial" panose="020B0604020202020204" pitchFamily="34" charset="0"/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→</a:t>
            </a:r>
            <a:r>
              <a:rPr lang="zh-TW" altLang="en-US" sz="1500" strike="noStrike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組織資料維護作業、標準群組維護作業</a:t>
            </a:r>
            <a:endParaRPr lang="zh-TW" altLang="en-US" sz="1500" strike="noStrike" noProof="1" dirty="0">
              <a:latin typeface="Microsoft YaHei" panose="020B0503020204020204" charset="-122"/>
              <a:ea typeface="Microsoft YaHei" panose="020B0503020204020204" charset="-122"/>
              <a:sym typeface="+mn-ea"/>
            </a:endParaRPr>
          </a:p>
          <a:p>
            <a:pPr marL="800100" lvl="1" indent="-342900" fontAlgn="base">
              <a:buFont typeface="Wingdings" panose="05000000000000000000" charset="0"/>
              <a:buChar char="ü"/>
            </a:pPr>
            <a:r>
              <a:rPr lang="zh-TW" altLang="en-US" sz="1500" strike="noStrike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流程設定</a:t>
            </a:r>
            <a:r>
              <a:rPr lang="zh-TW" altLang="en-US" sz="1500" strike="noStrike" noProof="1" dirty="0">
                <a:latin typeface="Arial" panose="020B0604020202020204" pitchFamily="34" charset="0"/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→</a:t>
            </a:r>
            <a:r>
              <a:rPr lang="zh-TW" altLang="en-US" sz="1500" strike="noStrike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流程設定精靈</a:t>
            </a:r>
            <a:endParaRPr lang="zh-TW" altLang="en-US" sz="1500" strike="noStrike" noProof="1" dirty="0">
              <a:latin typeface="Microsoft YaHei" panose="020B0503020204020204" charset="-122"/>
              <a:ea typeface="Microsoft YaHei" panose="020B0503020204020204" charset="-122"/>
              <a:sym typeface="+mn-ea"/>
            </a:endParaRPr>
          </a:p>
          <a:p>
            <a:pPr marL="800100" lvl="1" indent="-342900" fontAlgn="base">
              <a:buFont typeface="Wingdings" panose="05000000000000000000" charset="0"/>
              <a:buChar char="ü"/>
            </a:pPr>
            <a:r>
              <a:rPr lang="zh-TW" altLang="en-US" sz="1500" strike="noStrike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簽核表單</a:t>
            </a:r>
            <a:r>
              <a:rPr lang="zh-TW" altLang="en-US" sz="1500" strike="noStrike" noProof="1" dirty="0">
                <a:latin typeface="Arial" panose="020B0604020202020204" pitchFamily="34" charset="0"/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→</a:t>
            </a:r>
            <a:r>
              <a:rPr lang="zh-TW" altLang="en-US" sz="1500" strike="noStrike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簽核代理人設定作業</a:t>
            </a:r>
            <a:endParaRPr lang="zh-TW" altLang="en-US" sz="1500" strike="noStrike" noProof="1" dirty="0">
              <a:latin typeface="Microsoft YaHei" panose="020B0503020204020204" charset="-122"/>
              <a:ea typeface="Microsoft YaHei" panose="020B0503020204020204" charset="-122"/>
              <a:sym typeface="+mn-ea"/>
            </a:endParaRPr>
          </a:p>
          <a:p>
            <a:pPr marL="800100" lvl="1" indent="-342900" fontAlgn="base">
              <a:buFont typeface="Wingdings" panose="05000000000000000000" charset="0"/>
              <a:buChar char="ü"/>
            </a:pPr>
            <a:r>
              <a:rPr lang="zh-TW" altLang="en-US" sz="1500" strike="noStrike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職務職稱</a:t>
            </a:r>
            <a:r>
              <a:rPr lang="zh-TW" altLang="en-US" sz="1500" strike="noStrike" noProof="1" dirty="0">
                <a:latin typeface="Arial" panose="020B0604020202020204" pitchFamily="34" charset="0"/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→</a:t>
            </a:r>
            <a:r>
              <a:rPr lang="zh-TW" altLang="en-US" sz="1500" strike="noStrike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流程設定精靈</a:t>
            </a:r>
            <a:endParaRPr lang="zh-TW" altLang="en-US" sz="1500" strike="noStrike" noProof="1" dirty="0">
              <a:latin typeface="Microsoft YaHei" panose="020B0503020204020204" charset="-122"/>
              <a:ea typeface="Microsoft YaHei" panose="020B0503020204020204" charset="-122"/>
              <a:sym typeface="+mn-ea"/>
            </a:endParaRPr>
          </a:p>
          <a:p>
            <a:pPr marL="800100" lvl="1" indent="-342900" fontAlgn="base">
              <a:buFont typeface="Wingdings" panose="05000000000000000000" charset="0"/>
              <a:buChar char="ü"/>
            </a:pPr>
            <a:r>
              <a:rPr lang="zh-TW" altLang="en-US" sz="1500" strike="noStrike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子流程</a:t>
            </a:r>
            <a:r>
              <a:rPr lang="zh-TW" altLang="en-US" sz="1500" strike="noStrike" noProof="1" dirty="0">
                <a:latin typeface="Arial" panose="020B0604020202020204" pitchFamily="34" charset="0"/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→</a:t>
            </a:r>
            <a:r>
              <a:rPr lang="zh-TW" altLang="en-US" sz="1500" strike="noStrike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流程設定精靈</a:t>
            </a:r>
            <a:endParaRPr lang="zh-TW" altLang="en-US" sz="1500" strike="noStrike" noProof="1" dirty="0">
              <a:latin typeface="Microsoft YaHei" panose="020B0503020204020204" charset="-122"/>
              <a:ea typeface="Microsoft YaHei" panose="020B0503020204020204" charset="-122"/>
              <a:sym typeface="+mn-ea"/>
            </a:endParaRPr>
          </a:p>
          <a:p>
            <a:pPr marL="800100" lvl="1" indent="-342900" fontAlgn="base">
              <a:buFont typeface="Wingdings" panose="05000000000000000000" charset="0"/>
              <a:buChar char="ü"/>
            </a:pPr>
            <a:r>
              <a:rPr lang="zh-TW" altLang="en-US" sz="1500" strike="noStrike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動態參數群組成員</a:t>
            </a:r>
            <a:r>
              <a:rPr lang="zh-TW" altLang="en-US" sz="1500" strike="noStrike" noProof="1" dirty="0">
                <a:latin typeface="Arial" panose="020B0604020202020204" pitchFamily="34" charset="0"/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→</a:t>
            </a:r>
            <a:r>
              <a:rPr lang="zh-TW" altLang="en-US" sz="1500" strike="noStrike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流程設定精靈</a:t>
            </a:r>
            <a:endParaRPr lang="zh-TW" altLang="en-US" sz="1500" strike="noStrike" noProof="1" dirty="0">
              <a:latin typeface="Microsoft YaHei" panose="020B0503020204020204" charset="-122"/>
              <a:ea typeface="Microsoft YaHei" panose="020B0503020204020204" charset="-122"/>
              <a:sym typeface="+mn-ea"/>
            </a:endParaRPr>
          </a:p>
          <a:p>
            <a:pPr marL="342900" indent="-342900">
              <a:buFont typeface="+mj-lt"/>
              <a:buAutoNum type="arabicPeriod"/>
            </a:pPr>
            <a:endParaRPr lang="zh-TW" altLang="en-US" sz="1500" noProof="1" dirty="0">
              <a:latin typeface="Microsoft YaHei" panose="020B0503020204020204" charset="-122"/>
              <a:ea typeface="Microsoft YaHei" panose="020B0503020204020204" charset="-122"/>
              <a:sym typeface="+mn-ea"/>
            </a:endParaRPr>
          </a:p>
          <a:p>
            <a:pPr marL="342900" indent="-342900">
              <a:buFont typeface="+mj-lt"/>
              <a:buAutoNum type="arabicPeriod"/>
            </a:pPr>
            <a:r>
              <a:rPr lang="zh-TW" altLang="en-US" sz="1500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員工資料維護作業</a:t>
            </a:r>
            <a:r>
              <a:rPr lang="en-US" altLang="zh-TW" sz="1500" noProof="1" dirty="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-</a:t>
            </a:r>
            <a:r>
              <a:rPr lang="zh-TW" altLang="en-US" sz="1500" noProof="1" dirty="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基本資料</a:t>
            </a:r>
            <a:r>
              <a:rPr lang="en-US" altLang="zh-TW" sz="1500" noProof="1" dirty="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(</a:t>
            </a:r>
            <a:r>
              <a:rPr lang="zh-TW" altLang="en-US" sz="1500" noProof="1" dirty="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隸屬該異動員工成員</a:t>
            </a:r>
            <a:r>
              <a:rPr lang="en-US" altLang="zh-TW" sz="1500" noProof="1" dirty="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)</a:t>
            </a:r>
            <a:endParaRPr lang="zh-TW" altLang="en-US" sz="1500" noProof="1" dirty="0"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+mn-ea"/>
            </a:endParaRPr>
          </a:p>
          <a:p>
            <a:pPr marL="800100" lvl="1" indent="-342900" fontAlgn="base">
              <a:buFont typeface="Wingdings" panose="05000000000000000000" charset="0"/>
              <a:buChar char="ü"/>
            </a:pPr>
            <a:r>
              <a:rPr lang="zh-TW" altLang="en-US" sz="1500" strike="noStrike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直屬主管</a:t>
            </a:r>
            <a:endParaRPr lang="zh-TW" altLang="en-US" sz="1500" strike="noStrike" noProof="1" dirty="0">
              <a:latin typeface="Microsoft YaHei" panose="020B0503020204020204" charset="-122"/>
              <a:ea typeface="Microsoft YaHei" panose="020B0503020204020204" charset="-122"/>
              <a:sym typeface="+mn-ea"/>
            </a:endParaRPr>
          </a:p>
          <a:p>
            <a:pPr marL="800100" lvl="1" indent="-342900" fontAlgn="base">
              <a:buFont typeface="Wingdings" panose="05000000000000000000" charset="0"/>
              <a:buChar char="ü"/>
            </a:pPr>
            <a:r>
              <a:rPr lang="zh-TW" altLang="en-US" sz="1500" strike="noStrike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代理人</a:t>
            </a:r>
            <a:endParaRPr lang="zh-TW" altLang="en-US" sz="1500" strike="noStrike" noProof="1" dirty="0">
              <a:latin typeface="Microsoft YaHei" panose="020B0503020204020204" charset="-122"/>
              <a:ea typeface="Microsoft YaHei" panose="020B0503020204020204" charset="-122"/>
              <a:sym typeface="+mn-ea"/>
            </a:endParaRPr>
          </a:p>
          <a:p>
            <a:pPr marL="342900" indent="-342900">
              <a:buFont typeface="+mj-lt"/>
              <a:buAutoNum type="arabicPeriod"/>
            </a:pPr>
            <a:endParaRPr lang="zh-TW" altLang="en-US" sz="1500" noProof="1" dirty="0">
              <a:latin typeface="Microsoft YaHei" panose="020B0503020204020204" charset="-122"/>
              <a:ea typeface="Microsoft YaHei" panose="020B0503020204020204" charset="-122"/>
              <a:sym typeface="+mn-ea"/>
            </a:endParaRPr>
          </a:p>
          <a:p>
            <a:pPr marL="342900" indent="-342900">
              <a:buFont typeface="+mj-lt"/>
              <a:buAutoNum type="arabicPeriod"/>
            </a:pPr>
            <a:r>
              <a:rPr lang="zh-TW" altLang="en-US" sz="1500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離職員工資料維護作業</a:t>
            </a:r>
            <a:endParaRPr lang="zh-TW" altLang="en-US" sz="1500" noProof="1" dirty="0">
              <a:latin typeface="Microsoft YaHei" panose="020B0503020204020204" charset="-122"/>
              <a:ea typeface="Microsoft YaHei" panose="020B0503020204020204" charset="-122"/>
              <a:sym typeface="+mn-ea"/>
            </a:endParaRPr>
          </a:p>
          <a:p>
            <a:pPr marL="342900" indent="-342900">
              <a:buFont typeface="+mj-lt"/>
              <a:buAutoNum type="arabicPeriod"/>
            </a:pPr>
            <a:r>
              <a:rPr lang="zh-TW" altLang="en-US" sz="1500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離職員工原稿授權作業</a:t>
            </a:r>
            <a:r>
              <a:rPr kumimoji="1" lang="zh-TW" altLang="en-US" sz="1500" noProof="0" dirty="0">
                <a:solidFill>
                  <a:srgbClr val="002060"/>
                </a:solidFill>
                <a:latin typeface="Microsoft YaHei" panose="020B0503020204020204" charset="-122"/>
                <a:ea typeface="新細明體" panose="02020500000000000000" pitchFamily="18" charset="-120"/>
                <a:cs typeface="Microsoft YaHei" panose="020B0503020204020204" charset="-122"/>
                <a:sym typeface="+mn-ea"/>
              </a:rPr>
              <a:t> </a:t>
            </a:r>
            <a:endParaRPr kumimoji="1" lang="zh-TW" altLang="en-US" sz="1500" noProof="0" dirty="0">
              <a:solidFill>
                <a:srgbClr val="002060"/>
              </a:solidFill>
              <a:latin typeface="Microsoft YaHei" panose="020B0503020204020204" charset="-122"/>
              <a:cs typeface="Microsoft YaHei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000" fill="hold"/>
                                        <p:tgtEl>
                                          <p:spTgt spid="4">
                                            <p:txEl>
                                              <p:charRg st="31" end="6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8433" name="圖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4813" y="1079500"/>
            <a:ext cx="8667750" cy="36464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8434" name="標題 1"/>
          <p:cNvSpPr>
            <a:spLocks noGrp="1"/>
          </p:cNvSpPr>
          <p:nvPr>
            <p:ph type="title"/>
          </p:nvPr>
        </p:nvSpPr>
        <p:spPr>
          <a:xfrm>
            <a:off x="404813" y="539750"/>
            <a:ext cx="8369300" cy="539750"/>
          </a:xfrm>
        </p:spPr>
        <p:txBody>
          <a:bodyPr lIns="101600" tIns="38100" rIns="76200" bIns="38100" anchor="ctr" anchorCtr="0"/>
          <a:p>
            <a:pPr indent="0" defTabSz="685800">
              <a:buNone/>
            </a:pPr>
            <a:r>
              <a:rPr lang="zh-TW" altLang="zh-CN" kern="1200" normalizeH="0" baseline="0">
                <a:latin typeface="+mj-lt"/>
                <a:ea typeface="+mj-ea"/>
                <a:cs typeface="+mj-cs"/>
                <a:sym typeface="Microsoft YaHei" panose="020B0503020204020204" charset="-122"/>
              </a:rPr>
              <a:t>部門、專案、標準群組</a:t>
            </a:r>
            <a:endParaRPr lang="zh-TW" altLang="en-US" kern="1200" normalizeH="0" baseline="0">
              <a:latin typeface="+mj-lt"/>
              <a:ea typeface="+mj-ea"/>
              <a:cs typeface="+mj-cs"/>
              <a:sym typeface="Microsoft YaHei" panose="020B050302020402020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39750" y="1743075"/>
            <a:ext cx="3857625" cy="4365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350" b="0" i="0" u="none" strike="noStrike" kern="1200" cap="none" spc="0" normalizeH="0" baseline="0" noProof="0" smtClean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7" name="群組 6"/>
          <p:cNvGrpSpPr/>
          <p:nvPr/>
        </p:nvGrpSpPr>
        <p:grpSpPr>
          <a:xfrm>
            <a:off x="539750" y="2247900"/>
            <a:ext cx="6419850" cy="2076450"/>
            <a:chOff x="849" y="3539"/>
            <a:chExt cx="10110" cy="3270"/>
          </a:xfrm>
        </p:grpSpPr>
        <p:pic>
          <p:nvPicPr>
            <p:cNvPr id="18437" name="圖片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49" y="3539"/>
              <a:ext cx="10110" cy="3270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" name="矩形 3"/>
            <p:cNvSpPr/>
            <p:nvPr/>
          </p:nvSpPr>
          <p:spPr>
            <a:xfrm>
              <a:off x="849" y="5011"/>
              <a:ext cx="10110" cy="131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TW" altLang="en-US" sz="1350" b="0" i="0" u="none" strike="noStrike" kern="1200" cap="none" spc="0" normalizeH="0" baseline="0" noProof="0" smtClean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7" name="標題 1"/>
          <p:cNvSpPr>
            <a:spLocks noGrp="1"/>
          </p:cNvSpPr>
          <p:nvPr>
            <p:ph type="title"/>
          </p:nvPr>
        </p:nvSpPr>
        <p:spPr>
          <a:xfrm>
            <a:off x="404813" y="539750"/>
            <a:ext cx="8369300" cy="539750"/>
          </a:xfrm>
        </p:spPr>
        <p:txBody>
          <a:bodyPr lIns="101600" tIns="38100" rIns="76200" bIns="38100" anchor="ctr" anchorCtr="0"/>
          <a:p>
            <a:pPr indent="0" defTabSz="685800">
              <a:buNone/>
            </a:pPr>
            <a:r>
              <a:rPr lang="zh-TW" altLang="zh-CN" kern="1200" normalizeH="0" baseline="0">
                <a:latin typeface="Microsoft YaHei" panose="020B0503020204020204" charset="-122"/>
                <a:ea typeface="+mj-ea"/>
                <a:cs typeface="+mj-cs"/>
                <a:sym typeface="Microsoft YaHei" panose="020B0503020204020204" charset="-122"/>
              </a:rPr>
              <a:t>組織資料維護作業</a:t>
            </a:r>
            <a:endParaRPr lang="zh-TW" altLang="en-US" kern="1200" normalizeH="0" baseline="0">
              <a:latin typeface="+mj-lt"/>
              <a:ea typeface="+mj-ea"/>
              <a:cs typeface="+mj-cs"/>
              <a:sym typeface="Microsoft YaHei" panose="020B0503020204020204" charset="-122"/>
            </a:endParaRPr>
          </a:p>
        </p:txBody>
      </p:sp>
      <p:pic>
        <p:nvPicPr>
          <p:cNvPr id="19458" name="圖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475" y="1079500"/>
            <a:ext cx="2043113" cy="37480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矩形 9"/>
          <p:cNvSpPr/>
          <p:nvPr/>
        </p:nvSpPr>
        <p:spPr>
          <a:xfrm>
            <a:off x="749300" y="1944688"/>
            <a:ext cx="1411288" cy="1936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350" b="0" i="0" u="none" strike="noStrike" kern="1200" cap="none" spc="0" normalizeH="0" baseline="0" noProof="0" smtClean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9460" name="圖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200" y="1079500"/>
            <a:ext cx="6837363" cy="30892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" name="矩形 11"/>
          <p:cNvSpPr/>
          <p:nvPr/>
        </p:nvSpPr>
        <p:spPr>
          <a:xfrm>
            <a:off x="2593975" y="2768600"/>
            <a:ext cx="696913" cy="1428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350" b="0" i="0" u="none" strike="noStrike" kern="1200" cap="none" spc="0" normalizeH="0" baseline="0" noProof="0" smtClean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4513263" y="2627313"/>
            <a:ext cx="1543050" cy="2841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350" b="0" i="0" u="none" strike="noStrike" kern="1200" cap="none" spc="0" normalizeH="0" baseline="0" noProof="0" smtClean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3387725" y="3641725"/>
            <a:ext cx="5387975" cy="2174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350" b="0" i="0" u="none" strike="noStrike" kern="1200" cap="none" spc="0" normalizeH="0" baseline="0" noProof="0" smtClean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9464" name="文字方塊 14"/>
          <p:cNvSpPr txBox="1"/>
          <p:nvPr/>
        </p:nvSpPr>
        <p:spPr>
          <a:xfrm>
            <a:off x="6175375" y="2608263"/>
            <a:ext cx="2419350" cy="322262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TW" altLang="zh-TW" sz="1500" dirty="0">
                <a:solidFill>
                  <a:srgbClr val="002060"/>
                </a:solidFill>
                <a:latin typeface="Microsoft YaHei" panose="020B0503020204020204" charset="-122"/>
                <a:ea typeface="Microsoft YaHei" panose="020B0503020204020204" charset="-122"/>
              </a:rPr>
              <a:t>調整部門主管及收發人員</a:t>
            </a:r>
            <a:endParaRPr lang="zh-TW" altLang="zh-TW" sz="1500" dirty="0">
              <a:solidFill>
                <a:srgbClr val="00206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0481" name="圖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3125" y="1079500"/>
            <a:ext cx="6948488" cy="28638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482" name="標題 1"/>
          <p:cNvSpPr>
            <a:spLocks noGrp="1"/>
          </p:cNvSpPr>
          <p:nvPr>
            <p:ph type="title"/>
          </p:nvPr>
        </p:nvSpPr>
        <p:spPr>
          <a:xfrm>
            <a:off x="404813" y="539750"/>
            <a:ext cx="8369300" cy="539750"/>
          </a:xfrm>
        </p:spPr>
        <p:txBody>
          <a:bodyPr lIns="101600" tIns="38100" rIns="76200" bIns="38100" anchor="ctr" anchorCtr="0"/>
          <a:p>
            <a:pPr indent="0" defTabSz="685800">
              <a:buNone/>
            </a:pPr>
            <a:r>
              <a:rPr lang="zh-TW" altLang="zh-CN" kern="1200" normalizeH="0" baseline="0">
                <a:latin typeface="Microsoft YaHei" panose="020B0503020204020204" charset="-122"/>
                <a:ea typeface="+mj-ea"/>
                <a:cs typeface="+mj-cs"/>
                <a:sym typeface="Microsoft YaHei" panose="020B0503020204020204" charset="-122"/>
              </a:rPr>
              <a:t>標準群組維護作業</a:t>
            </a:r>
            <a:endParaRPr lang="zh-TW" altLang="en-US" kern="1200" normalizeH="0" baseline="0">
              <a:latin typeface="+mj-lt"/>
              <a:ea typeface="+mj-ea"/>
              <a:cs typeface="+mj-cs"/>
              <a:sym typeface="Microsoft YaHei" panose="020B0503020204020204" charset="-122"/>
            </a:endParaRPr>
          </a:p>
        </p:txBody>
      </p:sp>
      <p:pic>
        <p:nvPicPr>
          <p:cNvPr id="2048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" y="1079500"/>
            <a:ext cx="2087563" cy="22621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矩形 9"/>
          <p:cNvSpPr/>
          <p:nvPr/>
        </p:nvSpPr>
        <p:spPr>
          <a:xfrm>
            <a:off x="482600" y="1936750"/>
            <a:ext cx="1517650" cy="2349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350" b="0" i="0" u="none" strike="noStrike" kern="1200" cap="none" spc="0" normalizeH="0" baseline="0" noProof="0" smtClean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435225" y="3673475"/>
            <a:ext cx="1558925" cy="152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350" b="0" i="0" u="none" strike="noStrike" kern="1200" cap="none" spc="0" normalizeH="0" baseline="0" noProof="0" smtClean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04813" y="539750"/>
            <a:ext cx="8369300" cy="539750"/>
          </a:xfrm>
        </p:spPr>
        <p:txBody>
          <a:bodyPr lIns="101600" tIns="38100" rIns="76200" bIns="38100" rtlCol="0" anchor="ctr" anchorCtr="0">
            <a:noAutofit/>
          </a:bodyPr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TW" altLang="en-US" sz="2400" b="1" i="0" u="none" strike="noStrike" kern="1200" cap="none" spc="300" normalizeH="0" baseline="0" noProof="1">
                <a:solidFill>
                  <a:srgbClr val="41B6E7"/>
                </a:solidFill>
                <a:uFillTx/>
                <a:latin typeface="Microsoft YaHei" panose="020B0503020204020204" charset="-122"/>
                <a:ea typeface="Microsoft YaHei" panose="020B0503020204020204" charset="-122"/>
                <a:cs typeface="+mj-cs"/>
                <a:sym typeface="+mn-ea"/>
              </a:rPr>
              <a:t>人員離職/異動執行程序</a:t>
            </a:r>
            <a:endParaRPr kumimoji="0" lang="zh-TW" altLang="en-US" sz="2400" b="1" i="0" u="none" strike="noStrike" kern="1200" cap="none" spc="200" normalizeH="0" baseline="0" noProof="1">
              <a:solidFill>
                <a:srgbClr val="41B6E7"/>
              </a:solidFill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490538" y="1143000"/>
            <a:ext cx="6691313" cy="37846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TW" altLang="en-US" sz="1500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檢核步驟如下：</a:t>
            </a:r>
            <a:endParaRPr lang="zh-TW" altLang="en-US" sz="1500" noProof="1" dirty="0">
              <a:latin typeface="Microsoft YaHei" panose="020B0503020204020204" charset="-122"/>
              <a:ea typeface="Microsoft YaHei" panose="020B0503020204020204" charset="-122"/>
              <a:sym typeface="+mn-ea"/>
            </a:endParaRPr>
          </a:p>
          <a:p>
            <a:endParaRPr kumimoji="1" lang="zh-TW" altLang="en-US" sz="1500" noProof="0" dirty="0">
              <a:solidFill>
                <a:srgbClr val="00206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 marL="342900" indent="-342900">
              <a:buFont typeface="+mj-lt"/>
              <a:buAutoNum type="arabicPeriod"/>
            </a:pPr>
            <a:r>
              <a:rPr lang="zh-TW" altLang="en-US" sz="1500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員工資料維護作業-查詢流程設</a:t>
            </a:r>
            <a:r>
              <a:rPr lang="zh-TW" altLang="en-US" sz="1500" noProof="1" dirty="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定</a:t>
            </a:r>
            <a:r>
              <a:rPr lang="en-US" altLang="zh-TW" sz="1500" noProof="1" dirty="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(</a:t>
            </a:r>
            <a:r>
              <a:rPr lang="zh-TW" altLang="en-US" sz="1500" noProof="1" dirty="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異動員工</a:t>
            </a:r>
            <a:r>
              <a:rPr lang="en-US" altLang="zh-TW" sz="1500" noProof="1" dirty="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)</a:t>
            </a:r>
            <a:endParaRPr lang="zh-TW" altLang="en-US" sz="1500" noProof="1" dirty="0"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+mn-ea"/>
            </a:endParaRPr>
          </a:p>
          <a:p>
            <a:pPr marL="800100" lvl="1" indent="-342900" fontAlgn="base">
              <a:buFont typeface="Wingdings" panose="05000000000000000000" charset="0"/>
              <a:buChar char="ü"/>
            </a:pPr>
            <a:r>
              <a:rPr lang="zh-TW" altLang="en-US" sz="1500" strike="noStrike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部門、專案、標準群組</a:t>
            </a:r>
            <a:r>
              <a:rPr lang="zh-TW" altLang="en-US" sz="1500" strike="noStrike" noProof="1" dirty="0">
                <a:latin typeface="Arial" panose="020B0604020202020204" pitchFamily="34" charset="0"/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→</a:t>
            </a:r>
            <a:r>
              <a:rPr lang="zh-TW" altLang="en-US" sz="1500" strike="noStrike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組織資料維護作業、標準群組維護作業</a:t>
            </a:r>
            <a:endParaRPr lang="zh-TW" altLang="en-US" sz="1500" strike="noStrike" noProof="1" dirty="0">
              <a:latin typeface="Microsoft YaHei" panose="020B0503020204020204" charset="-122"/>
              <a:ea typeface="Microsoft YaHei" panose="020B0503020204020204" charset="-122"/>
              <a:sym typeface="+mn-ea"/>
            </a:endParaRPr>
          </a:p>
          <a:p>
            <a:pPr marL="800100" lvl="1" indent="-342900" fontAlgn="base">
              <a:buFont typeface="Wingdings" panose="05000000000000000000" charset="0"/>
              <a:buChar char="ü"/>
            </a:pPr>
            <a:r>
              <a:rPr lang="zh-TW" altLang="en-US" sz="1500" strike="noStrike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流程設定</a:t>
            </a:r>
            <a:r>
              <a:rPr lang="zh-TW" altLang="en-US" sz="1500" strike="noStrike" noProof="1" dirty="0">
                <a:latin typeface="Arial" panose="020B0604020202020204" pitchFamily="34" charset="0"/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→</a:t>
            </a:r>
            <a:r>
              <a:rPr lang="zh-TW" altLang="en-US" sz="1500" strike="noStrike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流程設定精靈</a:t>
            </a:r>
            <a:endParaRPr lang="zh-TW" altLang="en-US" sz="1500" strike="noStrike" noProof="1" dirty="0">
              <a:latin typeface="Microsoft YaHei" panose="020B0503020204020204" charset="-122"/>
              <a:ea typeface="Microsoft YaHei" panose="020B0503020204020204" charset="-122"/>
              <a:sym typeface="+mn-ea"/>
            </a:endParaRPr>
          </a:p>
          <a:p>
            <a:pPr marL="800100" lvl="1" indent="-342900" fontAlgn="base">
              <a:buFont typeface="Wingdings" panose="05000000000000000000" charset="0"/>
              <a:buChar char="ü"/>
            </a:pPr>
            <a:r>
              <a:rPr lang="zh-TW" altLang="en-US" sz="1500" strike="noStrike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簽核表單</a:t>
            </a:r>
            <a:r>
              <a:rPr lang="zh-TW" altLang="en-US" sz="1500" strike="noStrike" noProof="1" dirty="0">
                <a:latin typeface="Arial" panose="020B0604020202020204" pitchFamily="34" charset="0"/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→</a:t>
            </a:r>
            <a:r>
              <a:rPr lang="zh-TW" altLang="en-US" sz="1500" strike="noStrike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簽核代理人設定作業</a:t>
            </a:r>
            <a:endParaRPr lang="zh-TW" altLang="en-US" sz="1500" strike="noStrike" noProof="1" dirty="0">
              <a:latin typeface="Microsoft YaHei" panose="020B0503020204020204" charset="-122"/>
              <a:ea typeface="Microsoft YaHei" panose="020B0503020204020204" charset="-122"/>
              <a:sym typeface="+mn-ea"/>
            </a:endParaRPr>
          </a:p>
          <a:p>
            <a:pPr marL="800100" lvl="1" indent="-342900" fontAlgn="base">
              <a:buFont typeface="Wingdings" panose="05000000000000000000" charset="0"/>
              <a:buChar char="ü"/>
            </a:pPr>
            <a:r>
              <a:rPr lang="zh-TW" altLang="en-US" sz="1500" strike="noStrike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職務職稱</a:t>
            </a:r>
            <a:r>
              <a:rPr lang="zh-TW" altLang="en-US" sz="1500" strike="noStrike" noProof="1" dirty="0">
                <a:latin typeface="Arial" panose="020B0604020202020204" pitchFamily="34" charset="0"/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→</a:t>
            </a:r>
            <a:r>
              <a:rPr lang="zh-TW" altLang="en-US" sz="1500" strike="noStrike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流程設定精靈</a:t>
            </a:r>
            <a:endParaRPr lang="zh-TW" altLang="en-US" sz="1500" strike="noStrike" noProof="1" dirty="0">
              <a:latin typeface="Microsoft YaHei" panose="020B0503020204020204" charset="-122"/>
              <a:ea typeface="Microsoft YaHei" panose="020B0503020204020204" charset="-122"/>
              <a:sym typeface="+mn-ea"/>
            </a:endParaRPr>
          </a:p>
          <a:p>
            <a:pPr marL="800100" lvl="1" indent="-342900" fontAlgn="base">
              <a:buFont typeface="Wingdings" panose="05000000000000000000" charset="0"/>
              <a:buChar char="ü"/>
            </a:pPr>
            <a:r>
              <a:rPr lang="zh-TW" altLang="en-US" sz="1500" strike="noStrike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子流程</a:t>
            </a:r>
            <a:r>
              <a:rPr lang="zh-TW" altLang="en-US" sz="1500" strike="noStrike" noProof="1" dirty="0">
                <a:latin typeface="Arial" panose="020B0604020202020204" pitchFamily="34" charset="0"/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→</a:t>
            </a:r>
            <a:r>
              <a:rPr lang="zh-TW" altLang="en-US" sz="1500" strike="noStrike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流程設定精靈</a:t>
            </a:r>
            <a:endParaRPr lang="zh-TW" altLang="en-US" sz="1500" strike="noStrike" noProof="1" dirty="0">
              <a:latin typeface="Microsoft YaHei" panose="020B0503020204020204" charset="-122"/>
              <a:ea typeface="Microsoft YaHei" panose="020B0503020204020204" charset="-122"/>
              <a:sym typeface="+mn-ea"/>
            </a:endParaRPr>
          </a:p>
          <a:p>
            <a:pPr marL="800100" lvl="1" indent="-342900" fontAlgn="base">
              <a:buFont typeface="Wingdings" panose="05000000000000000000" charset="0"/>
              <a:buChar char="ü"/>
            </a:pPr>
            <a:r>
              <a:rPr lang="zh-TW" altLang="en-US" sz="1500" strike="noStrike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動態參數群組成員</a:t>
            </a:r>
            <a:r>
              <a:rPr lang="zh-TW" altLang="en-US" sz="1500" strike="noStrike" noProof="1" dirty="0">
                <a:latin typeface="Arial" panose="020B0604020202020204" pitchFamily="34" charset="0"/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→</a:t>
            </a:r>
            <a:r>
              <a:rPr lang="zh-TW" altLang="en-US" sz="1500" strike="noStrike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流程設定精靈</a:t>
            </a:r>
            <a:endParaRPr lang="zh-TW" altLang="en-US" sz="1500" strike="noStrike" noProof="1" dirty="0">
              <a:latin typeface="Microsoft YaHei" panose="020B0503020204020204" charset="-122"/>
              <a:ea typeface="Microsoft YaHei" panose="020B0503020204020204" charset="-122"/>
              <a:sym typeface="+mn-ea"/>
            </a:endParaRPr>
          </a:p>
          <a:p>
            <a:pPr marL="342900" indent="-342900">
              <a:buFont typeface="+mj-lt"/>
              <a:buAutoNum type="arabicPeriod"/>
            </a:pPr>
            <a:endParaRPr lang="zh-TW" altLang="en-US" sz="1500" noProof="1" dirty="0">
              <a:latin typeface="Microsoft YaHei" panose="020B0503020204020204" charset="-122"/>
              <a:ea typeface="Microsoft YaHei" panose="020B0503020204020204" charset="-122"/>
              <a:sym typeface="+mn-ea"/>
            </a:endParaRPr>
          </a:p>
          <a:p>
            <a:pPr marL="342900" indent="-342900">
              <a:buFont typeface="+mj-lt"/>
              <a:buAutoNum type="arabicPeriod"/>
            </a:pPr>
            <a:r>
              <a:rPr lang="zh-TW" altLang="en-US" sz="1500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員工資料維護作業</a:t>
            </a:r>
            <a:r>
              <a:rPr lang="en-US" altLang="zh-TW" sz="1500" noProof="1" dirty="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-</a:t>
            </a:r>
            <a:r>
              <a:rPr lang="zh-TW" altLang="en-US" sz="1500" noProof="1" dirty="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基本資料</a:t>
            </a:r>
            <a:r>
              <a:rPr lang="en-US" altLang="zh-TW" sz="1500" noProof="1" dirty="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(</a:t>
            </a:r>
            <a:r>
              <a:rPr lang="zh-TW" altLang="en-US" sz="1500" noProof="1" dirty="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隸屬該異動員工成員</a:t>
            </a:r>
            <a:r>
              <a:rPr lang="en-US" altLang="zh-TW" sz="1500" noProof="1" dirty="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)</a:t>
            </a:r>
            <a:endParaRPr lang="zh-TW" altLang="en-US" sz="1500" noProof="1" dirty="0"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+mn-ea"/>
            </a:endParaRPr>
          </a:p>
          <a:p>
            <a:pPr marL="800100" lvl="1" indent="-342900" fontAlgn="base">
              <a:buFont typeface="Wingdings" panose="05000000000000000000" charset="0"/>
              <a:buChar char="ü"/>
            </a:pPr>
            <a:r>
              <a:rPr lang="zh-TW" altLang="en-US" sz="1500" strike="noStrike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直屬主管</a:t>
            </a:r>
            <a:endParaRPr lang="zh-TW" altLang="en-US" sz="1500" strike="noStrike" noProof="1" dirty="0">
              <a:latin typeface="Microsoft YaHei" panose="020B0503020204020204" charset="-122"/>
              <a:ea typeface="Microsoft YaHei" panose="020B0503020204020204" charset="-122"/>
              <a:sym typeface="+mn-ea"/>
            </a:endParaRPr>
          </a:p>
          <a:p>
            <a:pPr marL="800100" lvl="1" indent="-342900" fontAlgn="base">
              <a:buFont typeface="Wingdings" panose="05000000000000000000" charset="0"/>
              <a:buChar char="ü"/>
            </a:pPr>
            <a:r>
              <a:rPr lang="zh-TW" altLang="en-US" sz="1500" strike="noStrike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代理人</a:t>
            </a:r>
            <a:endParaRPr lang="zh-TW" altLang="en-US" sz="1500" strike="noStrike" noProof="1" dirty="0">
              <a:latin typeface="Microsoft YaHei" panose="020B0503020204020204" charset="-122"/>
              <a:ea typeface="Microsoft YaHei" panose="020B0503020204020204" charset="-122"/>
              <a:sym typeface="+mn-ea"/>
            </a:endParaRPr>
          </a:p>
          <a:p>
            <a:pPr marL="342900" indent="-342900">
              <a:buFont typeface="+mj-lt"/>
              <a:buAutoNum type="arabicPeriod"/>
            </a:pPr>
            <a:endParaRPr lang="zh-TW" altLang="en-US" sz="1500" noProof="1" dirty="0">
              <a:latin typeface="Microsoft YaHei" panose="020B0503020204020204" charset="-122"/>
              <a:ea typeface="Microsoft YaHei" panose="020B0503020204020204" charset="-122"/>
              <a:sym typeface="+mn-ea"/>
            </a:endParaRPr>
          </a:p>
          <a:p>
            <a:pPr marL="342900" indent="-342900">
              <a:buFont typeface="+mj-lt"/>
              <a:buAutoNum type="arabicPeriod"/>
            </a:pPr>
            <a:r>
              <a:rPr lang="zh-TW" altLang="en-US" sz="1500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離職員工資料維護作業</a:t>
            </a:r>
            <a:endParaRPr lang="zh-TW" altLang="en-US" sz="1500" noProof="1" dirty="0">
              <a:latin typeface="Microsoft YaHei" panose="020B0503020204020204" charset="-122"/>
              <a:ea typeface="Microsoft YaHei" panose="020B0503020204020204" charset="-122"/>
              <a:sym typeface="+mn-ea"/>
            </a:endParaRPr>
          </a:p>
          <a:p>
            <a:pPr marL="342900" indent="-342900">
              <a:buFont typeface="+mj-lt"/>
              <a:buAutoNum type="arabicPeriod"/>
            </a:pPr>
            <a:r>
              <a:rPr lang="zh-TW" altLang="en-US" sz="1500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離職員工原稿授權作業</a:t>
            </a:r>
            <a:r>
              <a:rPr kumimoji="1" lang="zh-TW" altLang="en-US" sz="1500" noProof="0" dirty="0">
                <a:solidFill>
                  <a:srgbClr val="002060"/>
                </a:solidFill>
                <a:latin typeface="Microsoft YaHei" panose="020B0503020204020204" charset="-122"/>
                <a:ea typeface="新細明體" panose="02020500000000000000" pitchFamily="18" charset="-120"/>
                <a:cs typeface="Microsoft YaHei" panose="020B0503020204020204" charset="-122"/>
                <a:sym typeface="+mn-ea"/>
              </a:rPr>
              <a:t> </a:t>
            </a:r>
            <a:endParaRPr kumimoji="1" lang="zh-TW" altLang="en-US" sz="1500" noProof="0" dirty="0">
              <a:solidFill>
                <a:srgbClr val="002060"/>
              </a:solidFill>
              <a:latin typeface="Microsoft YaHei" panose="020B0503020204020204" charset="-122"/>
              <a:cs typeface="Microsoft YaHei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000" fill="hold"/>
                                        <p:tgtEl>
                                          <p:spTgt spid="4">
                                            <p:txEl>
                                              <p:charRg st="60" end="7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2529" name="圖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4813" y="1079500"/>
            <a:ext cx="8667750" cy="36464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2530" name="標題 1"/>
          <p:cNvSpPr>
            <a:spLocks noGrp="1"/>
          </p:cNvSpPr>
          <p:nvPr>
            <p:ph type="title"/>
          </p:nvPr>
        </p:nvSpPr>
        <p:spPr>
          <a:xfrm>
            <a:off x="404813" y="539750"/>
            <a:ext cx="8369300" cy="539750"/>
          </a:xfrm>
        </p:spPr>
        <p:txBody>
          <a:bodyPr lIns="101600" tIns="38100" rIns="76200" bIns="38100" anchor="ctr" anchorCtr="0"/>
          <a:p>
            <a:pPr indent="0" defTabSz="685800">
              <a:buNone/>
            </a:pPr>
            <a:r>
              <a:rPr lang="zh-TW" altLang="en-US" kern="1200" normalizeH="0" baseline="0">
                <a:latin typeface="+mj-lt"/>
                <a:ea typeface="+mj-ea"/>
                <a:cs typeface="+mj-cs"/>
                <a:sym typeface="Microsoft YaHei" panose="020B0503020204020204" charset="-122"/>
              </a:rPr>
              <a:t>流程設定</a:t>
            </a:r>
            <a:endParaRPr lang="zh-TW" altLang="en-US" kern="1200" normalizeH="0" baseline="0">
              <a:latin typeface="+mj-lt"/>
              <a:ea typeface="+mj-ea"/>
              <a:cs typeface="+mj-cs"/>
              <a:sym typeface="Microsoft YaHei" panose="020B050302020402020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14350" y="2200275"/>
            <a:ext cx="3857625" cy="4365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350" b="0" i="0" u="none" strike="noStrike" kern="1200" cap="none" spc="0" normalizeH="0" baseline="0" noProof="0" smtClean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11" name="群組 10"/>
          <p:cNvGrpSpPr/>
          <p:nvPr/>
        </p:nvGrpSpPr>
        <p:grpSpPr>
          <a:xfrm>
            <a:off x="514350" y="2811463"/>
            <a:ext cx="3419475" cy="2027237"/>
            <a:chOff x="810" y="4428"/>
            <a:chExt cx="5386" cy="3192"/>
          </a:xfrm>
        </p:grpSpPr>
        <p:pic>
          <p:nvPicPr>
            <p:cNvPr id="22533" name="圖片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10" y="4428"/>
              <a:ext cx="5386" cy="3193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0" name="矩形 9"/>
            <p:cNvSpPr/>
            <p:nvPr/>
          </p:nvSpPr>
          <p:spPr>
            <a:xfrm>
              <a:off x="810" y="5808"/>
              <a:ext cx="4271" cy="71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TW" altLang="en-US" sz="1350" b="0" i="0" u="none" strike="noStrike" kern="1200" cap="none" spc="0" normalizeH="0" baseline="0" noProof="0" smtClean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4" name="群組 13"/>
          <p:cNvGrpSpPr/>
          <p:nvPr/>
        </p:nvGrpSpPr>
        <p:grpSpPr>
          <a:xfrm>
            <a:off x="514350" y="4467225"/>
            <a:ext cx="5997575" cy="322263"/>
            <a:chOff x="810" y="7035"/>
            <a:chExt cx="9445" cy="507"/>
          </a:xfrm>
        </p:grpSpPr>
        <p:sp>
          <p:nvSpPr>
            <p:cNvPr id="22536" name="文字方塊 11"/>
            <p:cNvSpPr txBox="1"/>
            <p:nvPr/>
          </p:nvSpPr>
          <p:spPr>
            <a:xfrm>
              <a:off x="4267" y="7035"/>
              <a:ext cx="5988" cy="507"/>
            </a:xfrm>
            <a:prstGeom prst="rect">
              <a:avLst/>
            </a:prstGeom>
            <a:solidFill>
              <a:srgbClr val="FFFF00"/>
            </a:solidFill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zh-TW" altLang="zh-TW" sz="1500" dirty="0">
                  <a:solidFill>
                    <a:srgbClr val="002060"/>
                  </a:solidFill>
                  <a:latin typeface="Microsoft YaHei" panose="020B0503020204020204" charset="-122"/>
                  <a:ea typeface="Microsoft YaHei" panose="020B0503020204020204" charset="-122"/>
                  <a:sym typeface="Microsoft YaHei" panose="020B0503020204020204" charset="-122"/>
                </a:rPr>
                <a:t>可調整代理人員或是透過流程設定精靈調整</a:t>
              </a:r>
              <a:endParaRPr lang="zh-TW" altLang="zh-TW" sz="1500" dirty="0">
                <a:solidFill>
                  <a:srgbClr val="002060"/>
                </a:solidFill>
                <a:latin typeface="Microsoft YaHei" panose="020B0503020204020204" charset="-122"/>
                <a:ea typeface="Microsoft YaHei" panose="020B0503020204020204" charset="-122"/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810" y="7128"/>
              <a:ext cx="3457" cy="41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TW" altLang="en-US" sz="1350" b="0" i="0" u="none" strike="noStrike" kern="1200" cap="none" spc="0" normalizeH="0" baseline="0" noProof="0" smtClean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3" name="標題 1"/>
          <p:cNvSpPr>
            <a:spLocks noGrp="1"/>
          </p:cNvSpPr>
          <p:nvPr>
            <p:ph type="title"/>
          </p:nvPr>
        </p:nvSpPr>
        <p:spPr>
          <a:xfrm>
            <a:off x="404813" y="539750"/>
            <a:ext cx="8369300" cy="539750"/>
          </a:xfrm>
        </p:spPr>
        <p:txBody>
          <a:bodyPr lIns="101600" tIns="38100" rIns="76200" bIns="38100" anchor="ctr" anchorCtr="0"/>
          <a:p>
            <a:pPr indent="0" defTabSz="685800">
              <a:buNone/>
            </a:pPr>
            <a:r>
              <a:rPr lang="zh-TW" altLang="zh-CN" kern="1200" normalizeH="0" baseline="0">
                <a:latin typeface="+mj-lt"/>
                <a:ea typeface="+mj-ea"/>
                <a:cs typeface="+mj-cs"/>
                <a:sym typeface="Microsoft YaHei" panose="020B0503020204020204" charset="-122"/>
              </a:rPr>
              <a:t>流程設定精靈</a:t>
            </a:r>
            <a:endParaRPr lang="zh-TW" altLang="zh-CN" kern="1200" normalizeH="0" baseline="0">
              <a:latin typeface="+mj-lt"/>
              <a:ea typeface="+mj-ea"/>
              <a:cs typeface="+mj-cs"/>
              <a:sym typeface="Microsoft YaHei" panose="020B0503020204020204" charset="-122"/>
            </a:endParaRPr>
          </a:p>
        </p:txBody>
      </p:sp>
      <p:pic>
        <p:nvPicPr>
          <p:cNvPr id="23554" name="圖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50" y="1079500"/>
            <a:ext cx="2087563" cy="22621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矩形 9"/>
          <p:cNvSpPr/>
          <p:nvPr/>
        </p:nvSpPr>
        <p:spPr>
          <a:xfrm>
            <a:off x="482600" y="1649413"/>
            <a:ext cx="1517650" cy="2349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350" b="0" i="0" u="none" strike="noStrike" kern="1200" cap="none" spc="0" normalizeH="0" baseline="0" noProof="0" smtClean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23556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5513" y="1079500"/>
            <a:ext cx="6521450" cy="25527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矩形 6"/>
          <p:cNvSpPr/>
          <p:nvPr/>
        </p:nvSpPr>
        <p:spPr>
          <a:xfrm>
            <a:off x="5570538" y="2093913"/>
            <a:ext cx="2414588" cy="4413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350" b="0" i="0" u="none" strike="noStrike" kern="1200" cap="none" spc="0" normalizeH="0" baseline="0" noProof="0" smtClean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3558" name="文字方塊 14"/>
          <p:cNvSpPr txBox="1"/>
          <p:nvPr/>
        </p:nvSpPr>
        <p:spPr>
          <a:xfrm>
            <a:off x="2208213" y="2152650"/>
            <a:ext cx="3260725" cy="322263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TW" altLang="zh-TW" sz="1500" dirty="0">
                <a:solidFill>
                  <a:srgbClr val="002060"/>
                </a:solidFill>
                <a:latin typeface="Microsoft YaHei" panose="020B0503020204020204" charset="-122"/>
                <a:ea typeface="Microsoft YaHei" panose="020B0503020204020204" charset="-122"/>
                <a:sym typeface="Microsoft YaHei" panose="020B0503020204020204" charset="-122"/>
              </a:rPr>
              <a:t>『流程設定』會查到</a:t>
            </a:r>
            <a:r>
              <a:rPr lang="zh-TW" altLang="zh-TW" sz="1500" dirty="0">
                <a:solidFill>
                  <a:srgbClr val="002060"/>
                </a:solidFill>
                <a:latin typeface="Microsoft YaHei" panose="020B0503020204020204" charset="-122"/>
                <a:ea typeface="Microsoft YaHei" panose="020B0503020204020204" charset="-122"/>
              </a:rPr>
              <a:t>流程角色：員工</a:t>
            </a:r>
            <a:endParaRPr lang="zh-TW" altLang="zh-TW" sz="1500" dirty="0">
              <a:solidFill>
                <a:srgbClr val="00206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632075" y="1966913"/>
            <a:ext cx="1965325" cy="127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350" b="0" i="0" u="none" strike="noStrike" kern="1200" cap="none" spc="0" normalizeH="0" baseline="0" noProof="0" smtClean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3560" name="文字方塊 10"/>
          <p:cNvSpPr txBox="1"/>
          <p:nvPr/>
        </p:nvSpPr>
        <p:spPr>
          <a:xfrm>
            <a:off x="6659563" y="2592388"/>
            <a:ext cx="1325562" cy="322262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 wrap="none" anchor="t" anchorCtr="0">
            <a:spAutoFit/>
          </a:bodyPr>
          <a:p>
            <a:r>
              <a:rPr lang="zh-TW" altLang="zh-TW" sz="1500" dirty="0">
                <a:solidFill>
                  <a:srgbClr val="002060"/>
                </a:solidFill>
                <a:latin typeface="Microsoft YaHei" panose="020B0503020204020204" charset="-122"/>
                <a:ea typeface="Microsoft YaHei" panose="020B0503020204020204" charset="-122"/>
                <a:sym typeface="Microsoft YaHei" panose="020B0503020204020204" charset="-122"/>
              </a:rPr>
              <a:t>調整簽核人員</a:t>
            </a:r>
            <a:endParaRPr lang="zh-TW" altLang="zh-TW" sz="1500" dirty="0">
              <a:solidFill>
                <a:srgbClr val="00206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04813" y="539750"/>
            <a:ext cx="8369300" cy="539750"/>
          </a:xfrm>
        </p:spPr>
        <p:txBody>
          <a:bodyPr lIns="101600" tIns="38100" rIns="76200" bIns="38100" rtlCol="0" anchor="ctr" anchorCtr="0">
            <a:noAutofit/>
          </a:bodyPr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TW" altLang="en-US" sz="2400" b="1" i="0" u="none" strike="noStrike" kern="1200" cap="none" spc="300" normalizeH="0" baseline="0" noProof="1">
                <a:solidFill>
                  <a:srgbClr val="41B6E7"/>
                </a:solidFill>
                <a:uFillTx/>
                <a:latin typeface="Microsoft YaHei" panose="020B0503020204020204" charset="-122"/>
                <a:ea typeface="Microsoft YaHei" panose="020B0503020204020204" charset="-122"/>
                <a:cs typeface="+mj-cs"/>
                <a:sym typeface="+mn-ea"/>
              </a:rPr>
              <a:t>人員離職/異動執行程序</a:t>
            </a:r>
            <a:endParaRPr kumimoji="0" lang="zh-TW" altLang="en-US" sz="2400" b="1" i="0" u="none" strike="noStrike" kern="1200" cap="none" spc="200" normalizeH="0" baseline="0" noProof="1">
              <a:solidFill>
                <a:srgbClr val="41B6E7"/>
              </a:solidFill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490538" y="1143000"/>
            <a:ext cx="6691313" cy="37846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TW" altLang="en-US" sz="1500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檢核步驟如下：</a:t>
            </a:r>
            <a:endParaRPr lang="zh-TW" altLang="en-US" sz="1500" noProof="1" dirty="0">
              <a:latin typeface="Microsoft YaHei" panose="020B0503020204020204" charset="-122"/>
              <a:ea typeface="Microsoft YaHei" panose="020B0503020204020204" charset="-122"/>
              <a:sym typeface="+mn-ea"/>
            </a:endParaRPr>
          </a:p>
          <a:p>
            <a:endParaRPr kumimoji="1" lang="zh-TW" altLang="en-US" sz="1500" noProof="0" dirty="0">
              <a:solidFill>
                <a:srgbClr val="00206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 marL="342900" indent="-342900">
              <a:buFont typeface="+mj-lt"/>
              <a:buAutoNum type="arabicPeriod"/>
            </a:pPr>
            <a:r>
              <a:rPr lang="zh-TW" altLang="en-US" sz="1500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員工資料維護作業-查詢流程設</a:t>
            </a:r>
            <a:r>
              <a:rPr lang="zh-TW" altLang="en-US" sz="1500" noProof="1" dirty="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定</a:t>
            </a:r>
            <a:r>
              <a:rPr lang="en-US" altLang="zh-TW" sz="1500" noProof="1" dirty="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(</a:t>
            </a:r>
            <a:r>
              <a:rPr lang="zh-TW" altLang="en-US" sz="1500" noProof="1" dirty="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異動員工</a:t>
            </a:r>
            <a:r>
              <a:rPr lang="en-US" altLang="zh-TW" sz="1500" noProof="1" dirty="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)</a:t>
            </a:r>
            <a:endParaRPr lang="zh-TW" altLang="en-US" sz="1500" noProof="1" dirty="0"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+mn-ea"/>
            </a:endParaRPr>
          </a:p>
          <a:p>
            <a:pPr marL="800100" lvl="1" indent="-342900" fontAlgn="base">
              <a:buFont typeface="Wingdings" panose="05000000000000000000" charset="0"/>
              <a:buChar char="ü"/>
            </a:pPr>
            <a:r>
              <a:rPr lang="zh-TW" altLang="en-US" sz="1500" strike="noStrike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部門、專案、標準群組</a:t>
            </a:r>
            <a:r>
              <a:rPr lang="zh-TW" altLang="en-US" sz="1500" strike="noStrike" noProof="1" dirty="0">
                <a:latin typeface="Arial" panose="020B0604020202020204" pitchFamily="34" charset="0"/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→</a:t>
            </a:r>
            <a:r>
              <a:rPr lang="zh-TW" altLang="en-US" sz="1500" strike="noStrike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組織資料維護作業、標準群組維護作業</a:t>
            </a:r>
            <a:endParaRPr lang="zh-TW" altLang="en-US" sz="1500" strike="noStrike" noProof="1" dirty="0">
              <a:latin typeface="Microsoft YaHei" panose="020B0503020204020204" charset="-122"/>
              <a:ea typeface="Microsoft YaHei" panose="020B0503020204020204" charset="-122"/>
              <a:sym typeface="+mn-ea"/>
            </a:endParaRPr>
          </a:p>
          <a:p>
            <a:pPr marL="800100" lvl="1" indent="-342900" fontAlgn="base">
              <a:buFont typeface="Wingdings" panose="05000000000000000000" charset="0"/>
              <a:buChar char="ü"/>
            </a:pPr>
            <a:r>
              <a:rPr lang="zh-TW" altLang="en-US" sz="1500" strike="noStrike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流程設定</a:t>
            </a:r>
            <a:r>
              <a:rPr lang="zh-TW" altLang="en-US" sz="1500" strike="noStrike" noProof="1" dirty="0">
                <a:latin typeface="Arial" panose="020B0604020202020204" pitchFamily="34" charset="0"/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→</a:t>
            </a:r>
            <a:r>
              <a:rPr lang="zh-TW" altLang="en-US" sz="1500" strike="noStrike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流程設定精靈</a:t>
            </a:r>
            <a:endParaRPr lang="zh-TW" altLang="en-US" sz="1500" strike="noStrike" noProof="1" dirty="0">
              <a:latin typeface="Microsoft YaHei" panose="020B0503020204020204" charset="-122"/>
              <a:ea typeface="Microsoft YaHei" panose="020B0503020204020204" charset="-122"/>
              <a:sym typeface="+mn-ea"/>
            </a:endParaRPr>
          </a:p>
          <a:p>
            <a:pPr marL="800100" lvl="1" indent="-342900" fontAlgn="base">
              <a:buFont typeface="Wingdings" panose="05000000000000000000" charset="0"/>
              <a:buChar char="ü"/>
            </a:pPr>
            <a:r>
              <a:rPr lang="zh-TW" altLang="en-US" sz="1500" strike="noStrike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簽核表單</a:t>
            </a:r>
            <a:r>
              <a:rPr lang="zh-TW" altLang="en-US" sz="1500" strike="noStrike" noProof="1" dirty="0">
                <a:latin typeface="Arial" panose="020B0604020202020204" pitchFamily="34" charset="0"/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→</a:t>
            </a:r>
            <a:r>
              <a:rPr lang="zh-TW" altLang="en-US" sz="1500" strike="noStrike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簽核代理人設定作業</a:t>
            </a:r>
            <a:endParaRPr lang="zh-TW" altLang="en-US" sz="1500" strike="noStrike" noProof="1" dirty="0">
              <a:latin typeface="Microsoft YaHei" panose="020B0503020204020204" charset="-122"/>
              <a:ea typeface="Microsoft YaHei" panose="020B0503020204020204" charset="-122"/>
              <a:sym typeface="+mn-ea"/>
            </a:endParaRPr>
          </a:p>
          <a:p>
            <a:pPr marL="800100" lvl="1" indent="-342900" fontAlgn="base">
              <a:buFont typeface="Wingdings" panose="05000000000000000000" charset="0"/>
              <a:buChar char="ü"/>
            </a:pPr>
            <a:r>
              <a:rPr lang="zh-TW" altLang="en-US" sz="1500" strike="noStrike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職務職稱</a:t>
            </a:r>
            <a:r>
              <a:rPr lang="zh-TW" altLang="en-US" sz="1500" strike="noStrike" noProof="1" dirty="0">
                <a:latin typeface="Arial" panose="020B0604020202020204" pitchFamily="34" charset="0"/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→</a:t>
            </a:r>
            <a:r>
              <a:rPr lang="zh-TW" altLang="en-US" sz="1500" strike="noStrike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流程設定精靈</a:t>
            </a:r>
            <a:endParaRPr lang="zh-TW" altLang="en-US" sz="1500" strike="noStrike" noProof="1" dirty="0">
              <a:latin typeface="Microsoft YaHei" panose="020B0503020204020204" charset="-122"/>
              <a:ea typeface="Microsoft YaHei" panose="020B0503020204020204" charset="-122"/>
              <a:sym typeface="+mn-ea"/>
            </a:endParaRPr>
          </a:p>
          <a:p>
            <a:pPr marL="800100" lvl="1" indent="-342900" fontAlgn="base">
              <a:buFont typeface="Wingdings" panose="05000000000000000000" charset="0"/>
              <a:buChar char="ü"/>
            </a:pPr>
            <a:r>
              <a:rPr lang="zh-TW" altLang="en-US" sz="1500" strike="noStrike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子流程</a:t>
            </a:r>
            <a:r>
              <a:rPr lang="zh-TW" altLang="en-US" sz="1500" strike="noStrike" noProof="1" dirty="0">
                <a:latin typeface="Arial" panose="020B0604020202020204" pitchFamily="34" charset="0"/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→</a:t>
            </a:r>
            <a:r>
              <a:rPr lang="zh-TW" altLang="en-US" sz="1500" strike="noStrike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流程設定精靈</a:t>
            </a:r>
            <a:endParaRPr lang="zh-TW" altLang="en-US" sz="1500" strike="noStrike" noProof="1" dirty="0">
              <a:latin typeface="Microsoft YaHei" panose="020B0503020204020204" charset="-122"/>
              <a:ea typeface="Microsoft YaHei" panose="020B0503020204020204" charset="-122"/>
              <a:sym typeface="+mn-ea"/>
            </a:endParaRPr>
          </a:p>
          <a:p>
            <a:pPr marL="800100" lvl="1" indent="-342900" fontAlgn="base">
              <a:buFont typeface="Wingdings" panose="05000000000000000000" charset="0"/>
              <a:buChar char="ü"/>
            </a:pPr>
            <a:r>
              <a:rPr lang="zh-TW" altLang="en-US" sz="1500" strike="noStrike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動態參數群組成員</a:t>
            </a:r>
            <a:r>
              <a:rPr lang="zh-TW" altLang="en-US" sz="1500" strike="noStrike" noProof="1" dirty="0">
                <a:latin typeface="Arial" panose="020B0604020202020204" pitchFamily="34" charset="0"/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→</a:t>
            </a:r>
            <a:r>
              <a:rPr lang="zh-TW" altLang="en-US" sz="1500" strike="noStrike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流程設定精靈</a:t>
            </a:r>
            <a:endParaRPr lang="zh-TW" altLang="en-US" sz="1500" strike="noStrike" noProof="1" dirty="0">
              <a:latin typeface="Microsoft YaHei" panose="020B0503020204020204" charset="-122"/>
              <a:ea typeface="Microsoft YaHei" panose="020B0503020204020204" charset="-122"/>
              <a:sym typeface="+mn-ea"/>
            </a:endParaRPr>
          </a:p>
          <a:p>
            <a:pPr marL="342900" indent="-342900">
              <a:buFont typeface="+mj-lt"/>
              <a:buAutoNum type="arabicPeriod"/>
            </a:pPr>
            <a:endParaRPr lang="zh-TW" altLang="en-US" sz="1500" noProof="1" dirty="0">
              <a:latin typeface="Microsoft YaHei" panose="020B0503020204020204" charset="-122"/>
              <a:ea typeface="Microsoft YaHei" panose="020B0503020204020204" charset="-122"/>
              <a:sym typeface="+mn-ea"/>
            </a:endParaRPr>
          </a:p>
          <a:p>
            <a:pPr marL="342900" indent="-342900">
              <a:buFont typeface="+mj-lt"/>
              <a:buAutoNum type="arabicPeriod"/>
            </a:pPr>
            <a:r>
              <a:rPr lang="zh-TW" altLang="en-US" sz="1500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員工資料維護作業</a:t>
            </a:r>
            <a:r>
              <a:rPr lang="en-US" altLang="zh-TW" sz="1500" noProof="1" dirty="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-</a:t>
            </a:r>
            <a:r>
              <a:rPr lang="zh-TW" altLang="en-US" sz="1500" noProof="1" dirty="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基本資料</a:t>
            </a:r>
            <a:r>
              <a:rPr lang="en-US" altLang="zh-TW" sz="1500" noProof="1" dirty="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(</a:t>
            </a:r>
            <a:r>
              <a:rPr lang="zh-TW" altLang="en-US" sz="1500" noProof="1" dirty="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隸屬該異動員工成員</a:t>
            </a:r>
            <a:r>
              <a:rPr lang="en-US" altLang="zh-TW" sz="1500" noProof="1" dirty="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)</a:t>
            </a:r>
            <a:endParaRPr lang="zh-TW" altLang="en-US" sz="1500" noProof="1" dirty="0"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+mn-ea"/>
            </a:endParaRPr>
          </a:p>
          <a:p>
            <a:pPr marL="800100" lvl="1" indent="-342900" fontAlgn="base">
              <a:buFont typeface="Wingdings" panose="05000000000000000000" charset="0"/>
              <a:buChar char="ü"/>
            </a:pPr>
            <a:r>
              <a:rPr lang="zh-TW" altLang="en-US" sz="1500" strike="noStrike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直屬主管</a:t>
            </a:r>
            <a:endParaRPr lang="zh-TW" altLang="en-US" sz="1500" strike="noStrike" noProof="1" dirty="0">
              <a:latin typeface="Microsoft YaHei" panose="020B0503020204020204" charset="-122"/>
              <a:ea typeface="Microsoft YaHei" panose="020B0503020204020204" charset="-122"/>
              <a:sym typeface="+mn-ea"/>
            </a:endParaRPr>
          </a:p>
          <a:p>
            <a:pPr marL="800100" lvl="1" indent="-342900" fontAlgn="base">
              <a:buFont typeface="Wingdings" panose="05000000000000000000" charset="0"/>
              <a:buChar char="ü"/>
            </a:pPr>
            <a:r>
              <a:rPr lang="zh-TW" altLang="en-US" sz="1500" strike="noStrike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代理人</a:t>
            </a:r>
            <a:endParaRPr lang="zh-TW" altLang="en-US" sz="1500" strike="noStrike" noProof="1" dirty="0">
              <a:latin typeface="Microsoft YaHei" panose="020B0503020204020204" charset="-122"/>
              <a:ea typeface="Microsoft YaHei" panose="020B0503020204020204" charset="-122"/>
              <a:sym typeface="+mn-ea"/>
            </a:endParaRPr>
          </a:p>
          <a:p>
            <a:pPr marL="342900" indent="-342900">
              <a:buFont typeface="+mj-lt"/>
              <a:buAutoNum type="arabicPeriod"/>
            </a:pPr>
            <a:endParaRPr lang="zh-TW" altLang="en-US" sz="1500" noProof="1" dirty="0">
              <a:latin typeface="Microsoft YaHei" panose="020B0503020204020204" charset="-122"/>
              <a:ea typeface="Microsoft YaHei" panose="020B0503020204020204" charset="-122"/>
              <a:sym typeface="+mn-ea"/>
            </a:endParaRPr>
          </a:p>
          <a:p>
            <a:pPr marL="342900" indent="-342900">
              <a:buFont typeface="+mj-lt"/>
              <a:buAutoNum type="arabicPeriod"/>
            </a:pPr>
            <a:r>
              <a:rPr lang="zh-TW" altLang="en-US" sz="1500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離職員工資料維護作業</a:t>
            </a:r>
            <a:endParaRPr lang="zh-TW" altLang="en-US" sz="1500" noProof="1" dirty="0">
              <a:latin typeface="Microsoft YaHei" panose="020B0503020204020204" charset="-122"/>
              <a:ea typeface="Microsoft YaHei" panose="020B0503020204020204" charset="-122"/>
              <a:sym typeface="+mn-ea"/>
            </a:endParaRPr>
          </a:p>
          <a:p>
            <a:pPr marL="342900" indent="-342900">
              <a:buFont typeface="+mj-lt"/>
              <a:buAutoNum type="arabicPeriod"/>
            </a:pPr>
            <a:r>
              <a:rPr lang="zh-TW" altLang="en-US" sz="1500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離職員工原稿授權作業</a:t>
            </a:r>
            <a:r>
              <a:rPr kumimoji="1" lang="zh-TW" altLang="en-US" sz="1500" noProof="0" dirty="0">
                <a:solidFill>
                  <a:srgbClr val="002060"/>
                </a:solidFill>
                <a:latin typeface="Microsoft YaHei" panose="020B0503020204020204" charset="-122"/>
                <a:ea typeface="新細明體" panose="02020500000000000000" pitchFamily="18" charset="-120"/>
                <a:cs typeface="Microsoft YaHei" panose="020B0503020204020204" charset="-122"/>
                <a:sym typeface="+mn-ea"/>
              </a:rPr>
              <a:t> </a:t>
            </a:r>
            <a:endParaRPr kumimoji="1" lang="zh-TW" altLang="en-US" sz="1500" noProof="0" dirty="0">
              <a:solidFill>
                <a:srgbClr val="002060"/>
              </a:solidFill>
              <a:latin typeface="Microsoft YaHei" panose="020B0503020204020204" charset="-122"/>
              <a:cs typeface="Microsoft YaHei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000" fill="hold"/>
                                        <p:tgtEl>
                                          <p:spTgt spid="4">
                                            <p:txEl>
                                              <p:charRg st="72" end="8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5601" name="圖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4813" y="1079500"/>
            <a:ext cx="8667750" cy="36464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5602" name="標題 1"/>
          <p:cNvSpPr>
            <a:spLocks noGrp="1"/>
          </p:cNvSpPr>
          <p:nvPr>
            <p:ph type="title"/>
          </p:nvPr>
        </p:nvSpPr>
        <p:spPr>
          <a:xfrm>
            <a:off x="404813" y="539750"/>
            <a:ext cx="8369300" cy="539750"/>
          </a:xfrm>
        </p:spPr>
        <p:txBody>
          <a:bodyPr lIns="101600" tIns="38100" rIns="76200" bIns="38100" anchor="ctr" anchorCtr="0"/>
          <a:p>
            <a:pPr indent="0" defTabSz="685800">
              <a:buNone/>
            </a:pPr>
            <a:r>
              <a:rPr lang="zh-TW" altLang="en-US" kern="1200" normalizeH="0" baseline="0">
                <a:latin typeface="+mj-lt"/>
                <a:ea typeface="+mj-ea"/>
                <a:cs typeface="+mj-cs"/>
                <a:sym typeface="Microsoft YaHei" panose="020B0503020204020204" charset="-122"/>
              </a:rPr>
              <a:t>簽核表單</a:t>
            </a:r>
            <a:endParaRPr lang="zh-TW" altLang="en-US" kern="1200" normalizeH="0" baseline="0">
              <a:latin typeface="+mj-lt"/>
              <a:ea typeface="+mj-ea"/>
              <a:cs typeface="+mj-cs"/>
              <a:sym typeface="Microsoft YaHei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66725" y="2686050"/>
            <a:ext cx="3857625" cy="4349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350" b="0" i="0" u="none" strike="noStrike" kern="1200" cap="none" spc="0" normalizeH="0" baseline="0" noProof="0" smtClean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17" name="群組 16"/>
          <p:cNvGrpSpPr/>
          <p:nvPr/>
        </p:nvGrpSpPr>
        <p:grpSpPr>
          <a:xfrm>
            <a:off x="4572000" y="2200275"/>
            <a:ext cx="4124325" cy="2701925"/>
            <a:chOff x="7049" y="3547"/>
            <a:chExt cx="6496" cy="4254"/>
          </a:xfrm>
        </p:grpSpPr>
        <p:pic>
          <p:nvPicPr>
            <p:cNvPr id="25605" name="圖片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049" y="3547"/>
              <a:ext cx="6496" cy="4255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9" name="矩形 8"/>
            <p:cNvSpPr/>
            <p:nvPr/>
          </p:nvSpPr>
          <p:spPr>
            <a:xfrm>
              <a:off x="7154" y="4752"/>
              <a:ext cx="6287" cy="259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TW" altLang="en-US" sz="1350" b="0" i="0" u="none" strike="noStrike" kern="1200" cap="none" spc="0" normalizeH="0" baseline="0" noProof="0" smtClean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607" name="文字方塊 6"/>
            <p:cNvSpPr txBox="1"/>
            <p:nvPr/>
          </p:nvSpPr>
          <p:spPr>
            <a:xfrm>
              <a:off x="8751" y="4152"/>
              <a:ext cx="4488" cy="507"/>
            </a:xfrm>
            <a:prstGeom prst="rect">
              <a:avLst/>
            </a:prstGeom>
            <a:solidFill>
              <a:srgbClr val="FFFF00"/>
            </a:solidFill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zh-TW" altLang="zh-TW" sz="1500" dirty="0">
                  <a:solidFill>
                    <a:srgbClr val="002060"/>
                  </a:solidFill>
                  <a:latin typeface="Microsoft YaHei" panose="020B0503020204020204" charset="-122"/>
                  <a:ea typeface="Microsoft YaHei" panose="020B0503020204020204" charset="-122"/>
                </a:rPr>
                <a:t>目前該人員收件匣內未簽核表單</a:t>
              </a:r>
              <a:endParaRPr lang="zh-TW" altLang="zh-TW" sz="1500" dirty="0">
                <a:solidFill>
                  <a:srgbClr val="002060"/>
                </a:solidFill>
                <a:latin typeface="Microsoft YaHei" panose="020B0503020204020204" charset="-122"/>
                <a:ea typeface="Microsoft YaHei" panose="020B0503020204020204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5" name="標題 1"/>
          <p:cNvSpPr>
            <a:spLocks noGrp="1"/>
          </p:cNvSpPr>
          <p:nvPr>
            <p:ph type="title"/>
          </p:nvPr>
        </p:nvSpPr>
        <p:spPr>
          <a:xfrm>
            <a:off x="404813" y="539750"/>
            <a:ext cx="8369300" cy="539750"/>
          </a:xfrm>
        </p:spPr>
        <p:txBody>
          <a:bodyPr lIns="101600" tIns="38100" rIns="76200" bIns="38100" anchor="ctr" anchorCtr="0"/>
          <a:p>
            <a:pPr indent="0" defTabSz="685800">
              <a:buNone/>
            </a:pPr>
            <a:r>
              <a:rPr lang="zh-TW" altLang="zh-CN" kern="1200" normalizeH="0" baseline="0">
                <a:latin typeface="+mj-lt"/>
                <a:ea typeface="+mj-ea"/>
                <a:cs typeface="+mj-cs"/>
                <a:sym typeface="Microsoft YaHei" panose="020B0503020204020204" charset="-122"/>
              </a:rPr>
              <a:t>簽核代理人設定-已解析流程</a:t>
            </a:r>
            <a:endParaRPr lang="zh-TW" altLang="zh-CN" kern="1200" normalizeH="0" baseline="0">
              <a:latin typeface="+mj-lt"/>
              <a:ea typeface="新細明體" panose="02020500000000000000" pitchFamily="18" charset="-120"/>
              <a:cs typeface="+mj-cs"/>
              <a:sym typeface="Microsoft YaHei" panose="020B0503020204020204" charset="-122"/>
            </a:endParaRPr>
          </a:p>
        </p:txBody>
      </p:sp>
      <p:pic>
        <p:nvPicPr>
          <p:cNvPr id="26626" name="圖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50" y="1079500"/>
            <a:ext cx="2087563" cy="22621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矩形 9"/>
          <p:cNvSpPr/>
          <p:nvPr/>
        </p:nvSpPr>
        <p:spPr>
          <a:xfrm>
            <a:off x="404813" y="2749550"/>
            <a:ext cx="1701800" cy="59213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350" b="0" i="0" u="none" strike="noStrike" kern="1200" cap="none" spc="0" normalizeH="0" baseline="0" noProof="0" smtClean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26628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5363" y="1079500"/>
            <a:ext cx="6859587" cy="2325688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20" name="群組 19"/>
          <p:cNvGrpSpPr/>
          <p:nvPr/>
        </p:nvGrpSpPr>
        <p:grpSpPr>
          <a:xfrm>
            <a:off x="5314950" y="1677988"/>
            <a:ext cx="2122488" cy="276225"/>
            <a:chOff x="8369" y="2643"/>
            <a:chExt cx="3344" cy="434"/>
          </a:xfrm>
        </p:grpSpPr>
        <p:sp>
          <p:nvSpPr>
            <p:cNvPr id="26630" name="文字方塊 5"/>
            <p:cNvSpPr txBox="1"/>
            <p:nvPr/>
          </p:nvSpPr>
          <p:spPr>
            <a:xfrm>
              <a:off x="8785" y="2643"/>
              <a:ext cx="2928" cy="434"/>
            </a:xfrm>
            <a:prstGeom prst="rect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 wrap="square" anchor="t" anchorCtr="0">
              <a:spAutoFit/>
            </a:bodyPr>
            <a:p>
              <a:r>
                <a:rPr lang="zh-TW" altLang="zh-TW" sz="1200" dirty="0">
                  <a:solidFill>
                    <a:schemeClr val="bg1"/>
                  </a:solidFill>
                  <a:latin typeface="Microsoft YaHei" panose="020B0503020204020204" charset="-122"/>
                  <a:ea typeface="Microsoft YaHei" panose="020B0503020204020204" charset="-122"/>
                </a:rPr>
                <a:t>選擇欲離職</a:t>
              </a:r>
              <a:r>
                <a:rPr lang="en-US" altLang="zh-TW" sz="1200" dirty="0">
                  <a:solidFill>
                    <a:schemeClr val="bg1"/>
                  </a:solidFill>
                  <a:latin typeface="Microsoft YaHei" panose="020B0503020204020204" charset="-122"/>
                  <a:ea typeface="Microsoft YaHei" panose="020B0503020204020204" charset="-122"/>
                </a:rPr>
                <a:t>/</a:t>
              </a:r>
              <a:r>
                <a:rPr lang="zh-TW" altLang="zh-TW" sz="1200" dirty="0">
                  <a:solidFill>
                    <a:schemeClr val="bg1"/>
                  </a:solidFill>
                  <a:latin typeface="Microsoft YaHei" panose="020B0503020204020204" charset="-122"/>
                  <a:ea typeface="Microsoft YaHei" panose="020B0503020204020204" charset="-122"/>
                </a:rPr>
                <a:t>異動人員</a:t>
              </a:r>
              <a:endParaRPr lang="zh-TW" altLang="zh-TW" sz="1200" dirty="0">
                <a:solidFill>
                  <a:schemeClr val="bg1"/>
                </a:solidFill>
                <a:latin typeface="Microsoft YaHei" panose="020B0503020204020204" charset="-122"/>
                <a:ea typeface="Microsoft YaHei" panose="020B0503020204020204" charset="-122"/>
              </a:endParaRPr>
            </a:p>
          </p:txBody>
        </p:sp>
        <p:sp>
          <p:nvSpPr>
            <p:cNvPr id="8" name="橢圓 7"/>
            <p:cNvSpPr/>
            <p:nvPr/>
          </p:nvSpPr>
          <p:spPr>
            <a:xfrm>
              <a:off x="8369" y="2661"/>
              <a:ext cx="416" cy="416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base"/>
              <a:r>
                <a:rPr lang="en-US" altLang="zh-TW" sz="1600" b="1" strike="noStrike" noProof="1">
                  <a:solidFill>
                    <a:schemeClr val="bg1"/>
                  </a:solidFill>
                  <a:latin typeface="Calibri" panose="020F0502020204030204" charset="0"/>
                  <a:cs typeface="Calibri" panose="020F0502020204030204" charset="0"/>
                </a:rPr>
                <a:t>1</a:t>
              </a:r>
              <a:endParaRPr lang="en-US" altLang="zh-TW" sz="1600" b="1" strike="noStrike" noProof="1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grpSp>
        <p:nvGrpSpPr>
          <p:cNvPr id="21" name="群組 20"/>
          <p:cNvGrpSpPr/>
          <p:nvPr/>
        </p:nvGrpSpPr>
        <p:grpSpPr>
          <a:xfrm>
            <a:off x="4848225" y="2073275"/>
            <a:ext cx="2428875" cy="276225"/>
            <a:chOff x="7636" y="3265"/>
            <a:chExt cx="3824" cy="434"/>
          </a:xfrm>
        </p:grpSpPr>
        <p:sp>
          <p:nvSpPr>
            <p:cNvPr id="12" name="橢圓 11"/>
            <p:cNvSpPr/>
            <p:nvPr/>
          </p:nvSpPr>
          <p:spPr>
            <a:xfrm>
              <a:off x="7636" y="3274"/>
              <a:ext cx="416" cy="416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base"/>
              <a:r>
                <a:rPr lang="en-US" altLang="zh-TW" sz="1600" b="1" strike="noStrike" noProof="1">
                  <a:solidFill>
                    <a:schemeClr val="bg1"/>
                  </a:solidFill>
                  <a:latin typeface="Calibri" panose="020F0502020204030204" charset="0"/>
                  <a:cs typeface="Calibri" panose="020F0502020204030204" charset="0"/>
                </a:rPr>
                <a:t>2</a:t>
              </a:r>
              <a:endParaRPr lang="en-US" altLang="zh-TW" sz="1600" b="1" strike="noStrike" noProof="1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26634" name="文字方塊 15"/>
            <p:cNvSpPr txBox="1"/>
            <p:nvPr/>
          </p:nvSpPr>
          <p:spPr>
            <a:xfrm>
              <a:off x="8052" y="3265"/>
              <a:ext cx="3408" cy="434"/>
            </a:xfrm>
            <a:prstGeom prst="rect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zh-TW" altLang="zh-TW" sz="1200" dirty="0">
                  <a:solidFill>
                    <a:schemeClr val="bg1"/>
                  </a:solidFill>
                  <a:latin typeface="Microsoft YaHei" panose="020B0503020204020204" charset="-122"/>
                  <a:ea typeface="Microsoft YaHei" panose="020B0503020204020204" charset="-122"/>
                </a:rPr>
                <a:t>表單已經在該人員身上的表單</a:t>
              </a:r>
              <a:endParaRPr lang="zh-TW" altLang="zh-TW" sz="1200" dirty="0">
                <a:solidFill>
                  <a:schemeClr val="bg1"/>
                </a:solidFill>
                <a:latin typeface="Microsoft YaHei" panose="020B0503020204020204" charset="-122"/>
                <a:ea typeface="Microsoft YaHei" panose="020B0503020204020204" charset="-122"/>
              </a:endParaRPr>
            </a:p>
          </p:txBody>
        </p:sp>
      </p:grpSp>
      <p:grpSp>
        <p:nvGrpSpPr>
          <p:cNvPr id="22" name="群組 21"/>
          <p:cNvGrpSpPr/>
          <p:nvPr/>
        </p:nvGrpSpPr>
        <p:grpSpPr>
          <a:xfrm>
            <a:off x="6405563" y="2341563"/>
            <a:ext cx="1514475" cy="274637"/>
            <a:chOff x="10088" y="3687"/>
            <a:chExt cx="2384" cy="434"/>
          </a:xfrm>
        </p:grpSpPr>
        <p:sp>
          <p:nvSpPr>
            <p:cNvPr id="13" name="橢圓 12"/>
            <p:cNvSpPr/>
            <p:nvPr/>
          </p:nvSpPr>
          <p:spPr>
            <a:xfrm>
              <a:off x="10088" y="3687"/>
              <a:ext cx="416" cy="416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base"/>
              <a:r>
                <a:rPr lang="en-US" altLang="zh-TW" sz="1600" b="1" strike="noStrike" noProof="1">
                  <a:solidFill>
                    <a:schemeClr val="bg1"/>
                  </a:solidFill>
                  <a:latin typeface="Calibri" panose="020F0502020204030204" charset="0"/>
                  <a:cs typeface="Calibri" panose="020F0502020204030204" charset="0"/>
                </a:rPr>
                <a:t>3</a:t>
              </a:r>
              <a:endParaRPr lang="en-US" altLang="zh-TW" sz="1600" b="1" strike="noStrike" noProof="1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26637" name="文字方塊 16"/>
            <p:cNvSpPr txBox="1"/>
            <p:nvPr/>
          </p:nvSpPr>
          <p:spPr>
            <a:xfrm>
              <a:off x="10504" y="3687"/>
              <a:ext cx="1968" cy="434"/>
            </a:xfrm>
            <a:prstGeom prst="rect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zh-TW" altLang="zh-TW" sz="1200" dirty="0">
                  <a:solidFill>
                    <a:schemeClr val="bg1"/>
                  </a:solidFill>
                  <a:latin typeface="Microsoft YaHei" panose="020B0503020204020204" charset="-122"/>
                  <a:ea typeface="Microsoft YaHei" panose="020B0503020204020204" charset="-122"/>
                </a:rPr>
                <a:t>收件匣起迄時間</a:t>
              </a:r>
              <a:endParaRPr lang="zh-TW" altLang="zh-TW" sz="1200" dirty="0">
                <a:solidFill>
                  <a:schemeClr val="bg1"/>
                </a:solidFill>
                <a:latin typeface="Microsoft YaHei" panose="020B0503020204020204" charset="-122"/>
                <a:ea typeface="Microsoft YaHei" panose="020B0503020204020204" charset="-122"/>
              </a:endParaRPr>
            </a:p>
          </p:txBody>
        </p:sp>
      </p:grpSp>
      <p:grpSp>
        <p:nvGrpSpPr>
          <p:cNvPr id="23" name="群組 22"/>
          <p:cNvGrpSpPr/>
          <p:nvPr/>
        </p:nvGrpSpPr>
        <p:grpSpPr>
          <a:xfrm>
            <a:off x="4848225" y="2533650"/>
            <a:ext cx="1209675" cy="828675"/>
            <a:chOff x="7636" y="3990"/>
            <a:chExt cx="1904" cy="1306"/>
          </a:xfrm>
        </p:grpSpPr>
        <p:sp>
          <p:nvSpPr>
            <p:cNvPr id="14" name="橢圓 13"/>
            <p:cNvSpPr/>
            <p:nvPr/>
          </p:nvSpPr>
          <p:spPr>
            <a:xfrm>
              <a:off x="7636" y="3990"/>
              <a:ext cx="416" cy="416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base"/>
              <a:r>
                <a:rPr lang="en-US" altLang="zh-TW" sz="1600" b="1" strike="noStrike" noProof="1">
                  <a:solidFill>
                    <a:schemeClr val="bg1"/>
                  </a:solidFill>
                  <a:latin typeface="Calibri" panose="020F0502020204030204" charset="0"/>
                  <a:cs typeface="Calibri" panose="020F0502020204030204" charset="0"/>
                </a:rPr>
                <a:t>4</a:t>
              </a:r>
              <a:endParaRPr lang="en-US" altLang="zh-TW" sz="1600" b="1" strike="noStrike" noProof="1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26640" name="文字方塊 17"/>
            <p:cNvSpPr txBox="1"/>
            <p:nvPr/>
          </p:nvSpPr>
          <p:spPr>
            <a:xfrm>
              <a:off x="8052" y="3990"/>
              <a:ext cx="1488" cy="1307"/>
            </a:xfrm>
            <a:prstGeom prst="rect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zh-TW" altLang="zh-TW" sz="1200" dirty="0">
                  <a:solidFill>
                    <a:schemeClr val="bg1"/>
                  </a:solidFill>
                  <a:latin typeface="Microsoft YaHei" panose="020B0503020204020204" charset="-122"/>
                  <a:ea typeface="Microsoft YaHei" panose="020B0503020204020204" charset="-122"/>
                </a:rPr>
                <a:t>列出表單：</a:t>
              </a:r>
              <a:endParaRPr lang="zh-TW" altLang="zh-TW" sz="1200" dirty="0">
                <a:solidFill>
                  <a:schemeClr val="bg1"/>
                </a:solidFill>
                <a:latin typeface="Microsoft YaHei" panose="020B0503020204020204" charset="-122"/>
                <a:ea typeface="Microsoft YaHei" panose="020B0503020204020204" charset="-122"/>
              </a:endParaRPr>
            </a:p>
            <a:p>
              <a:r>
                <a:rPr lang="zh-TW" altLang="zh-TW" sz="1200" dirty="0">
                  <a:solidFill>
                    <a:schemeClr val="bg1"/>
                  </a:solidFill>
                  <a:latin typeface="Microsoft YaHei" panose="020B0503020204020204" charset="-122"/>
                  <a:ea typeface="Microsoft YaHei" panose="020B0503020204020204" charset="-122"/>
                </a:rPr>
                <a:t>所有表單</a:t>
              </a:r>
              <a:endParaRPr lang="zh-TW" altLang="zh-TW" sz="1200" dirty="0">
                <a:solidFill>
                  <a:schemeClr val="bg1"/>
                </a:solidFill>
                <a:latin typeface="Microsoft YaHei" panose="020B0503020204020204" charset="-122"/>
                <a:ea typeface="Microsoft YaHei" panose="020B0503020204020204" charset="-122"/>
              </a:endParaRPr>
            </a:p>
            <a:p>
              <a:r>
                <a:rPr lang="zh-TW" altLang="zh-TW" sz="1200" dirty="0">
                  <a:solidFill>
                    <a:schemeClr val="bg1"/>
                  </a:solidFill>
                  <a:latin typeface="Microsoft YaHei" panose="020B0503020204020204" charset="-122"/>
                  <a:ea typeface="Microsoft YaHei" panose="020B0503020204020204" charset="-122"/>
                </a:rPr>
                <a:t>表單選擇</a:t>
              </a:r>
              <a:endParaRPr lang="zh-TW" altLang="zh-TW" sz="1200" dirty="0">
                <a:solidFill>
                  <a:schemeClr val="bg1"/>
                </a:solidFill>
                <a:latin typeface="Microsoft YaHei" panose="020B0503020204020204" charset="-122"/>
                <a:ea typeface="Microsoft YaHei" panose="020B0503020204020204" charset="-122"/>
              </a:endParaRPr>
            </a:p>
            <a:p>
              <a:r>
                <a:rPr lang="zh-TW" altLang="zh-TW" sz="1200" dirty="0">
                  <a:solidFill>
                    <a:schemeClr val="bg1"/>
                  </a:solidFill>
                  <a:latin typeface="Microsoft YaHei" panose="020B0503020204020204" charset="-122"/>
                  <a:ea typeface="Microsoft YaHei" panose="020B0503020204020204" charset="-122"/>
                </a:rPr>
                <a:t>表單群組</a:t>
              </a:r>
              <a:endParaRPr lang="zh-TW" altLang="zh-TW" sz="1200" dirty="0">
                <a:solidFill>
                  <a:schemeClr val="bg1"/>
                </a:solidFill>
                <a:latin typeface="Microsoft YaHei" panose="020B0503020204020204" charset="-122"/>
                <a:ea typeface="Microsoft YaHei" panose="020B0503020204020204" charset="-122"/>
              </a:endParaRPr>
            </a:p>
          </p:txBody>
        </p:sp>
      </p:grpSp>
      <p:pic>
        <p:nvPicPr>
          <p:cNvPr id="19" name="圖片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5363" y="3046413"/>
            <a:ext cx="5143500" cy="2108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4" name="文字方塊 23"/>
          <p:cNvSpPr txBox="1"/>
          <p:nvPr/>
        </p:nvSpPr>
        <p:spPr>
          <a:xfrm>
            <a:off x="4637088" y="3405188"/>
            <a:ext cx="4373562" cy="322262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 wrap="none" anchor="t" anchorCtr="0">
            <a:spAutoFit/>
          </a:bodyPr>
          <a:p>
            <a:r>
              <a:rPr lang="zh-TW" altLang="zh-TW" sz="1500" dirty="0">
                <a:solidFill>
                  <a:srgbClr val="002060"/>
                </a:solidFill>
                <a:latin typeface="Microsoft YaHei" panose="020B0503020204020204" charset="-122"/>
                <a:ea typeface="Microsoft YaHei" panose="020B0503020204020204" charset="-122"/>
              </a:rPr>
              <a:t>可選擇不同表單不同代理人，確認後表單立即轉派</a:t>
            </a:r>
            <a:endParaRPr lang="zh-TW" altLang="zh-TW" sz="1500" dirty="0">
              <a:solidFill>
                <a:srgbClr val="00206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bldLvl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49" name="標題 1"/>
          <p:cNvSpPr>
            <a:spLocks noGrp="1"/>
          </p:cNvSpPr>
          <p:nvPr>
            <p:ph type="title"/>
          </p:nvPr>
        </p:nvSpPr>
        <p:spPr>
          <a:xfrm>
            <a:off x="404813" y="539750"/>
            <a:ext cx="8369300" cy="539750"/>
          </a:xfrm>
        </p:spPr>
        <p:txBody>
          <a:bodyPr lIns="101600" tIns="38100" rIns="76200" bIns="38100" anchor="ctr" anchorCtr="0"/>
          <a:p>
            <a:pPr indent="0" defTabSz="685800">
              <a:buNone/>
            </a:pPr>
            <a:r>
              <a:rPr lang="zh-TW" altLang="zh-CN" kern="1200" normalizeH="0" baseline="0">
                <a:latin typeface="+mj-lt"/>
                <a:ea typeface="+mj-ea"/>
                <a:cs typeface="+mj-cs"/>
                <a:sym typeface="Microsoft YaHei" panose="020B0503020204020204" charset="-122"/>
              </a:rPr>
              <a:t>簽核代理人設定-已解析流程</a:t>
            </a:r>
            <a:endParaRPr lang="zh-TW" altLang="zh-CN" kern="1200" normalizeH="0" baseline="0">
              <a:latin typeface="+mj-lt"/>
              <a:ea typeface="+mj-ea"/>
              <a:cs typeface="+mj-cs"/>
              <a:sym typeface="Microsoft YaHei" panose="020B0503020204020204" charset="-122"/>
            </a:endParaRPr>
          </a:p>
        </p:txBody>
      </p:sp>
      <p:pic>
        <p:nvPicPr>
          <p:cNvPr id="27650" name="圖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4813" y="1079500"/>
            <a:ext cx="6354762" cy="2616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矩形 6"/>
          <p:cNvSpPr/>
          <p:nvPr/>
        </p:nvSpPr>
        <p:spPr>
          <a:xfrm>
            <a:off x="730250" y="2520950"/>
            <a:ext cx="5935663" cy="16351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350" b="0" i="0" u="none" strike="noStrike" kern="1200" cap="none" spc="0" normalizeH="0" baseline="0" noProof="0" smtClean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04813" y="1457325"/>
            <a:ext cx="2930525" cy="60801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350" b="0" i="0" u="none" strike="noStrike" kern="1200" cap="none" spc="0" normalizeH="0" baseline="0" noProof="0" smtClean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25" name="群組 24"/>
          <p:cNvGrpSpPr/>
          <p:nvPr/>
        </p:nvGrpSpPr>
        <p:grpSpPr>
          <a:xfrm>
            <a:off x="404813" y="2768600"/>
            <a:ext cx="5110162" cy="2460625"/>
            <a:chOff x="638" y="4361"/>
            <a:chExt cx="8046" cy="3874"/>
          </a:xfrm>
        </p:grpSpPr>
        <p:pic>
          <p:nvPicPr>
            <p:cNvPr id="27654" name="圖片 1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38" y="4361"/>
              <a:ext cx="8046" cy="3875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7655" name="文字方塊 14"/>
            <p:cNvSpPr txBox="1"/>
            <p:nvPr/>
          </p:nvSpPr>
          <p:spPr>
            <a:xfrm>
              <a:off x="4454" y="5312"/>
              <a:ext cx="3955" cy="507"/>
            </a:xfrm>
            <a:prstGeom prst="rect">
              <a:avLst/>
            </a:prstGeom>
            <a:solidFill>
              <a:srgbClr val="FFFF00"/>
            </a:solidFill>
            <a:ln w="9525">
              <a:noFill/>
            </a:ln>
          </p:spPr>
          <p:txBody>
            <a:bodyPr wrap="square" anchor="t" anchorCtr="0">
              <a:spAutoFit/>
            </a:bodyPr>
            <a:p>
              <a:r>
                <a:rPr lang="zh-TW" altLang="zh-TW" sz="1500" dirty="0">
                  <a:solidFill>
                    <a:srgbClr val="002060"/>
                  </a:solidFill>
                  <a:latin typeface="Microsoft YaHei" panose="020B0503020204020204" charset="-122"/>
                  <a:ea typeface="Microsoft YaHei" panose="020B0503020204020204" charset="-122"/>
                </a:rPr>
                <a:t>代理人收到後會系統會提醒</a:t>
              </a:r>
              <a:endParaRPr lang="zh-TW" altLang="zh-TW" sz="1500" dirty="0">
                <a:solidFill>
                  <a:srgbClr val="002060"/>
                </a:solidFill>
                <a:latin typeface="Microsoft YaHei" panose="020B0503020204020204" charset="-122"/>
                <a:ea typeface="Microsoft YaHei" panose="020B0503020204020204" charset="-122"/>
              </a:endParaRPr>
            </a:p>
          </p:txBody>
        </p:sp>
      </p:grpSp>
      <p:sp>
        <p:nvSpPr>
          <p:cNvPr id="27656" name="文字方塊 25"/>
          <p:cNvSpPr txBox="1"/>
          <p:nvPr/>
        </p:nvSpPr>
        <p:spPr>
          <a:xfrm>
            <a:off x="5513388" y="3981450"/>
            <a:ext cx="3403600" cy="5842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TW" altLang="en-US" sz="1600" b="1" dirty="0">
                <a:solidFill>
                  <a:srgbClr val="FF0000"/>
                </a:solidFill>
                <a:latin typeface="Microsoft YaHei" panose="020B0503020204020204" charset="-122"/>
                <a:ea typeface="Microsoft YaHei" panose="020B0503020204020204" charset="-122"/>
                <a:sym typeface="Wingdings 2" panose="05020102010507070707" charset="0"/>
              </a:rPr>
              <a:t></a:t>
            </a:r>
            <a:r>
              <a:rPr lang="zh-TW" altLang="en-US" sz="1600" b="1" dirty="0">
                <a:solidFill>
                  <a:srgbClr val="FF0000"/>
                </a:solidFill>
                <a:latin typeface="Microsoft YaHei" panose="020B0503020204020204" charset="-122"/>
                <a:ea typeface="Microsoft YaHei" panose="020B0503020204020204" charset="-122"/>
              </a:rPr>
              <a:t>代理人員需有該表單的簽核權限，如沒有該權限需進行設定</a:t>
            </a:r>
            <a:endParaRPr lang="zh-TW" altLang="en-US" sz="1600" b="1" dirty="0">
              <a:solidFill>
                <a:srgbClr val="FF000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6" grpId="0"/>
      <p:bldP spid="27656" grpId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7" name="標題 1"/>
          <p:cNvSpPr>
            <a:spLocks noGrp="1"/>
          </p:cNvSpPr>
          <p:nvPr>
            <p:ph type="title"/>
          </p:nvPr>
        </p:nvSpPr>
        <p:spPr>
          <a:xfrm>
            <a:off x="404813" y="539750"/>
            <a:ext cx="8369300" cy="539750"/>
          </a:xfrm>
        </p:spPr>
        <p:txBody>
          <a:bodyPr lIns="101600" tIns="38100" rIns="76200" bIns="38100" anchor="ctr" anchorCtr="0"/>
          <a:p>
            <a:pPr indent="0" defTabSz="685800">
              <a:buNone/>
            </a:pPr>
            <a:r>
              <a:rPr lang="zh-TW" altLang="zh-CN" kern="1200" normalizeH="0" baseline="0">
                <a:latin typeface="+mj-lt"/>
                <a:ea typeface="+mj-ea"/>
                <a:cs typeface="+mj-cs"/>
                <a:sym typeface="Microsoft YaHei" panose="020B0503020204020204" charset="-122"/>
              </a:rPr>
              <a:t>簽核代理人設定-未解析流程</a:t>
            </a:r>
            <a:endParaRPr lang="zh-TW" altLang="zh-CN" kern="1200" normalizeH="0" baseline="0">
              <a:latin typeface="+mj-lt"/>
              <a:ea typeface="新細明體" panose="02020500000000000000" pitchFamily="18" charset="-120"/>
              <a:cs typeface="+mj-cs"/>
              <a:sym typeface="Microsoft YaHei" panose="020B0503020204020204" charset="-122"/>
            </a:endParaRPr>
          </a:p>
        </p:txBody>
      </p:sp>
      <p:pic>
        <p:nvPicPr>
          <p:cNvPr id="29698" name="圖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50" y="1079500"/>
            <a:ext cx="2087563" cy="22621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矩形 9"/>
          <p:cNvSpPr/>
          <p:nvPr/>
        </p:nvSpPr>
        <p:spPr>
          <a:xfrm>
            <a:off x="404813" y="2749550"/>
            <a:ext cx="1701800" cy="59213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350" b="0" i="0" u="none" strike="noStrike" kern="1200" cap="none" spc="0" normalizeH="0" baseline="0" noProof="0" smtClean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29700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4888" y="1079500"/>
            <a:ext cx="6719887" cy="20066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7" name="群組 6"/>
          <p:cNvGrpSpPr/>
          <p:nvPr/>
        </p:nvGrpSpPr>
        <p:grpSpPr>
          <a:xfrm>
            <a:off x="5457825" y="1749425"/>
            <a:ext cx="2124075" cy="276225"/>
            <a:chOff x="8369" y="2643"/>
            <a:chExt cx="3344" cy="434"/>
          </a:xfrm>
        </p:grpSpPr>
        <p:sp>
          <p:nvSpPr>
            <p:cNvPr id="29702" name="文字方塊 8"/>
            <p:cNvSpPr txBox="1"/>
            <p:nvPr/>
          </p:nvSpPr>
          <p:spPr>
            <a:xfrm>
              <a:off x="8785" y="2643"/>
              <a:ext cx="2928" cy="434"/>
            </a:xfrm>
            <a:prstGeom prst="rect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 wrap="square" anchor="t" anchorCtr="0">
              <a:spAutoFit/>
            </a:bodyPr>
            <a:p>
              <a:r>
                <a:rPr lang="zh-TW" altLang="zh-TW" sz="1200" dirty="0">
                  <a:solidFill>
                    <a:schemeClr val="bg1"/>
                  </a:solidFill>
                  <a:latin typeface="Microsoft YaHei" panose="020B0503020204020204" charset="-122"/>
                  <a:ea typeface="Microsoft YaHei" panose="020B0503020204020204" charset="-122"/>
                </a:rPr>
                <a:t>選擇欲離職</a:t>
              </a:r>
              <a:r>
                <a:rPr lang="en-US" altLang="zh-TW" sz="1200" dirty="0">
                  <a:solidFill>
                    <a:schemeClr val="bg1"/>
                  </a:solidFill>
                  <a:latin typeface="Microsoft YaHei" panose="020B0503020204020204" charset="-122"/>
                  <a:ea typeface="Microsoft YaHei" panose="020B0503020204020204" charset="-122"/>
                </a:rPr>
                <a:t>/</a:t>
              </a:r>
              <a:r>
                <a:rPr lang="zh-TW" altLang="zh-TW" sz="1200" dirty="0">
                  <a:solidFill>
                    <a:schemeClr val="bg1"/>
                  </a:solidFill>
                  <a:latin typeface="Microsoft YaHei" panose="020B0503020204020204" charset="-122"/>
                  <a:ea typeface="Microsoft YaHei" panose="020B0503020204020204" charset="-122"/>
                </a:rPr>
                <a:t>異動人員</a:t>
              </a:r>
              <a:endParaRPr lang="zh-TW" altLang="zh-TW" sz="1200" dirty="0">
                <a:solidFill>
                  <a:schemeClr val="bg1"/>
                </a:solidFill>
                <a:latin typeface="Microsoft YaHei" panose="020B0503020204020204" charset="-122"/>
                <a:ea typeface="Microsoft YaHei" panose="020B0503020204020204" charset="-122"/>
              </a:endParaRPr>
            </a:p>
          </p:txBody>
        </p:sp>
        <p:sp>
          <p:nvSpPr>
            <p:cNvPr id="11" name="橢圓 10"/>
            <p:cNvSpPr/>
            <p:nvPr/>
          </p:nvSpPr>
          <p:spPr>
            <a:xfrm>
              <a:off x="8369" y="2661"/>
              <a:ext cx="416" cy="416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base"/>
              <a:r>
                <a:rPr lang="en-US" altLang="zh-TW" sz="1600" b="1" strike="noStrike" noProof="1">
                  <a:solidFill>
                    <a:schemeClr val="bg1"/>
                  </a:solidFill>
                  <a:latin typeface="Calibri" panose="020F0502020204030204" charset="0"/>
                  <a:cs typeface="Calibri" panose="020F0502020204030204" charset="0"/>
                </a:rPr>
                <a:t>1</a:t>
              </a:r>
              <a:endParaRPr lang="en-US" altLang="zh-TW" sz="1600" b="1" strike="noStrike" noProof="1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grpSp>
        <p:nvGrpSpPr>
          <p:cNvPr id="15" name="群組 14"/>
          <p:cNvGrpSpPr/>
          <p:nvPr/>
        </p:nvGrpSpPr>
        <p:grpSpPr>
          <a:xfrm>
            <a:off x="4992688" y="2052638"/>
            <a:ext cx="3138487" cy="460375"/>
            <a:chOff x="7636" y="3120"/>
            <a:chExt cx="4944" cy="725"/>
          </a:xfrm>
        </p:grpSpPr>
        <p:sp>
          <p:nvSpPr>
            <p:cNvPr id="25" name="橢圓 24"/>
            <p:cNvSpPr/>
            <p:nvPr/>
          </p:nvSpPr>
          <p:spPr>
            <a:xfrm>
              <a:off x="7636" y="3274"/>
              <a:ext cx="416" cy="416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base"/>
              <a:r>
                <a:rPr lang="en-US" altLang="zh-TW" sz="1600" b="1" strike="noStrike" noProof="1">
                  <a:solidFill>
                    <a:schemeClr val="bg1"/>
                  </a:solidFill>
                  <a:latin typeface="Calibri" panose="020F0502020204030204" charset="0"/>
                  <a:cs typeface="Calibri" panose="020F0502020204030204" charset="0"/>
                </a:rPr>
                <a:t>2</a:t>
              </a:r>
              <a:endParaRPr lang="en-US" altLang="zh-TW" sz="1600" b="1" strike="noStrike" noProof="1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29706" name="文字方塊 25"/>
            <p:cNvSpPr txBox="1"/>
            <p:nvPr/>
          </p:nvSpPr>
          <p:spPr>
            <a:xfrm>
              <a:off x="8052" y="3120"/>
              <a:ext cx="4528" cy="725"/>
            </a:xfrm>
            <a:prstGeom prst="rect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zh-TW" altLang="zh-TW" sz="1200" dirty="0">
                  <a:solidFill>
                    <a:schemeClr val="bg1"/>
                  </a:solidFill>
                  <a:latin typeface="Microsoft YaHei" panose="020B0503020204020204" charset="-122"/>
                  <a:ea typeface="Microsoft YaHei" panose="020B0503020204020204" charset="-122"/>
                </a:rPr>
                <a:t>表單已經流程中，未來該人員會簽核到</a:t>
              </a:r>
              <a:endParaRPr lang="zh-TW" altLang="zh-TW" sz="1200" dirty="0">
                <a:solidFill>
                  <a:schemeClr val="bg1"/>
                </a:solidFill>
                <a:latin typeface="Microsoft YaHei" panose="020B0503020204020204" charset="-122"/>
                <a:ea typeface="Microsoft YaHei" panose="020B0503020204020204" charset="-122"/>
              </a:endParaRPr>
            </a:p>
            <a:p>
              <a:r>
                <a:rPr lang="en-US" altLang="zh-TW" sz="1200" dirty="0">
                  <a:solidFill>
                    <a:schemeClr val="bg1"/>
                  </a:solidFill>
                  <a:latin typeface="Microsoft YaHei" panose="020B0503020204020204" charset="-122"/>
                  <a:ea typeface="Microsoft YaHei" panose="020B0503020204020204" charset="-122"/>
                </a:rPr>
                <a:t>(</a:t>
              </a:r>
              <a:r>
                <a:rPr lang="zh-TW" altLang="en-US" sz="1200" dirty="0">
                  <a:solidFill>
                    <a:schemeClr val="bg1"/>
                  </a:solidFill>
                  <a:latin typeface="Microsoft YaHei" panose="020B0503020204020204" charset="-122"/>
                  <a:ea typeface="Microsoft YaHei" panose="020B0503020204020204" charset="-122"/>
                </a:rPr>
                <a:t>送單流程就確認，不因流程調整而變動</a:t>
              </a:r>
              <a:r>
                <a:rPr lang="en-US" altLang="zh-TW" sz="1200" dirty="0">
                  <a:solidFill>
                    <a:schemeClr val="bg1"/>
                  </a:solidFill>
                  <a:latin typeface="Microsoft YaHei" panose="020B0503020204020204" charset="-122"/>
                  <a:ea typeface="Microsoft YaHei" panose="020B0503020204020204" charset="-122"/>
                </a:rPr>
                <a:t>)</a:t>
              </a:r>
              <a:endParaRPr lang="en-US" altLang="zh-TW" sz="1200" dirty="0">
                <a:solidFill>
                  <a:schemeClr val="bg1"/>
                </a:solidFill>
                <a:latin typeface="Microsoft YaHei" panose="020B0503020204020204" charset="-122"/>
                <a:ea typeface="Microsoft YaHei" panose="020B0503020204020204" charset="-122"/>
              </a:endParaRPr>
            </a:p>
          </p:txBody>
        </p:sp>
      </p:grpSp>
      <p:grpSp>
        <p:nvGrpSpPr>
          <p:cNvPr id="27" name="群組 26"/>
          <p:cNvGrpSpPr/>
          <p:nvPr/>
        </p:nvGrpSpPr>
        <p:grpSpPr>
          <a:xfrm>
            <a:off x="4405313" y="2605088"/>
            <a:ext cx="1209675" cy="830262"/>
            <a:chOff x="7636" y="3990"/>
            <a:chExt cx="1904" cy="1306"/>
          </a:xfrm>
        </p:grpSpPr>
        <p:sp>
          <p:nvSpPr>
            <p:cNvPr id="28" name="橢圓 27"/>
            <p:cNvSpPr/>
            <p:nvPr/>
          </p:nvSpPr>
          <p:spPr>
            <a:xfrm>
              <a:off x="7636" y="3990"/>
              <a:ext cx="416" cy="416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base"/>
              <a:r>
                <a:rPr lang="en-US" altLang="zh-TW" sz="1600" b="1" strike="noStrike" noProof="1">
                  <a:solidFill>
                    <a:schemeClr val="bg1"/>
                  </a:solidFill>
                  <a:latin typeface="Calibri" panose="020F0502020204030204" charset="0"/>
                  <a:cs typeface="Calibri" panose="020F0502020204030204" charset="0"/>
                </a:rPr>
                <a:t>3</a:t>
              </a:r>
              <a:endParaRPr lang="en-US" altLang="zh-TW" sz="1600" b="1" strike="noStrike" noProof="1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29709" name="文字方塊 28"/>
            <p:cNvSpPr txBox="1"/>
            <p:nvPr/>
          </p:nvSpPr>
          <p:spPr>
            <a:xfrm>
              <a:off x="8052" y="3990"/>
              <a:ext cx="1488" cy="1307"/>
            </a:xfrm>
            <a:prstGeom prst="rect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zh-TW" altLang="zh-TW" sz="1200" dirty="0">
                  <a:solidFill>
                    <a:schemeClr val="bg1"/>
                  </a:solidFill>
                  <a:latin typeface="Microsoft YaHei" panose="020B0503020204020204" charset="-122"/>
                  <a:ea typeface="Microsoft YaHei" panose="020B0503020204020204" charset="-122"/>
                </a:rPr>
                <a:t>列出表單：</a:t>
              </a:r>
              <a:endParaRPr lang="zh-TW" altLang="zh-TW" sz="1200" dirty="0">
                <a:solidFill>
                  <a:schemeClr val="bg1"/>
                </a:solidFill>
                <a:latin typeface="Microsoft YaHei" panose="020B0503020204020204" charset="-122"/>
                <a:ea typeface="Microsoft YaHei" panose="020B0503020204020204" charset="-122"/>
              </a:endParaRPr>
            </a:p>
            <a:p>
              <a:r>
                <a:rPr lang="zh-TW" altLang="zh-TW" sz="1200" dirty="0">
                  <a:solidFill>
                    <a:schemeClr val="bg1"/>
                  </a:solidFill>
                  <a:latin typeface="Microsoft YaHei" panose="020B0503020204020204" charset="-122"/>
                  <a:ea typeface="Microsoft YaHei" panose="020B0503020204020204" charset="-122"/>
                </a:rPr>
                <a:t>所有表單</a:t>
              </a:r>
              <a:endParaRPr lang="zh-TW" altLang="zh-TW" sz="1200" dirty="0">
                <a:solidFill>
                  <a:schemeClr val="bg1"/>
                </a:solidFill>
                <a:latin typeface="Microsoft YaHei" panose="020B0503020204020204" charset="-122"/>
                <a:ea typeface="Microsoft YaHei" panose="020B0503020204020204" charset="-122"/>
              </a:endParaRPr>
            </a:p>
            <a:p>
              <a:r>
                <a:rPr lang="zh-TW" altLang="zh-TW" sz="1200" dirty="0">
                  <a:solidFill>
                    <a:schemeClr val="bg1"/>
                  </a:solidFill>
                  <a:latin typeface="Microsoft YaHei" panose="020B0503020204020204" charset="-122"/>
                  <a:ea typeface="Microsoft YaHei" panose="020B0503020204020204" charset="-122"/>
                </a:rPr>
                <a:t>表單選擇</a:t>
              </a:r>
              <a:endParaRPr lang="zh-TW" altLang="zh-TW" sz="1200" dirty="0">
                <a:solidFill>
                  <a:schemeClr val="bg1"/>
                </a:solidFill>
                <a:latin typeface="Microsoft YaHei" panose="020B0503020204020204" charset="-122"/>
                <a:ea typeface="Microsoft YaHei" panose="020B0503020204020204" charset="-122"/>
              </a:endParaRPr>
            </a:p>
            <a:p>
              <a:r>
                <a:rPr lang="zh-TW" altLang="zh-TW" sz="1200" dirty="0">
                  <a:solidFill>
                    <a:schemeClr val="bg1"/>
                  </a:solidFill>
                  <a:latin typeface="Microsoft YaHei" panose="020B0503020204020204" charset="-122"/>
                  <a:ea typeface="Microsoft YaHei" panose="020B0503020204020204" charset="-122"/>
                </a:rPr>
                <a:t>表單群組</a:t>
              </a:r>
              <a:endParaRPr lang="zh-TW" altLang="zh-TW" sz="1200" dirty="0">
                <a:solidFill>
                  <a:schemeClr val="bg1"/>
                </a:solidFill>
                <a:latin typeface="Microsoft YaHei" panose="020B0503020204020204" charset="-122"/>
                <a:ea typeface="Microsoft YaHei" panose="020B0503020204020204" charset="-122"/>
              </a:endParaRPr>
            </a:p>
          </p:txBody>
        </p:sp>
      </p:grpSp>
      <p:grpSp>
        <p:nvGrpSpPr>
          <p:cNvPr id="2" name="群組 1"/>
          <p:cNvGrpSpPr/>
          <p:nvPr/>
        </p:nvGrpSpPr>
        <p:grpSpPr>
          <a:xfrm>
            <a:off x="2371725" y="3435350"/>
            <a:ext cx="6518275" cy="1731963"/>
            <a:chOff x="3735" y="5410"/>
            <a:chExt cx="10265" cy="2728"/>
          </a:xfrm>
        </p:grpSpPr>
        <p:pic>
          <p:nvPicPr>
            <p:cNvPr id="29711" name="圖片 2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35" y="5410"/>
              <a:ext cx="6930" cy="2727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9712" name="文字方塊 30"/>
            <p:cNvSpPr txBox="1"/>
            <p:nvPr/>
          </p:nvSpPr>
          <p:spPr>
            <a:xfrm>
              <a:off x="9010" y="6050"/>
              <a:ext cx="4990" cy="870"/>
            </a:xfrm>
            <a:prstGeom prst="rect">
              <a:avLst/>
            </a:prstGeom>
            <a:solidFill>
              <a:srgbClr val="FFFF00"/>
            </a:solidFill>
            <a:ln w="9525">
              <a:noFill/>
            </a:ln>
          </p:spPr>
          <p:txBody>
            <a:bodyPr wrap="square" anchor="t" anchorCtr="0">
              <a:spAutoFit/>
            </a:bodyPr>
            <a:p>
              <a:r>
                <a:rPr lang="zh-TW" altLang="zh-TW" sz="1500" dirty="0">
                  <a:solidFill>
                    <a:srgbClr val="002060"/>
                  </a:solidFill>
                  <a:latin typeface="Microsoft YaHei" panose="020B0503020204020204" charset="-122"/>
                  <a:ea typeface="Microsoft YaHei" panose="020B0503020204020204" charset="-122"/>
                </a:rPr>
                <a:t>選擇代理人，確認後未來表單由此代理人代簽</a:t>
              </a:r>
              <a:endParaRPr lang="zh-TW" altLang="zh-TW" sz="1500" dirty="0">
                <a:solidFill>
                  <a:srgbClr val="002060"/>
                </a:solidFill>
                <a:latin typeface="Microsoft YaHei" panose="020B0503020204020204" charset="-122"/>
                <a:ea typeface="Microsoft YaHei" panose="020B0503020204020204" charset="-122"/>
              </a:endParaRPr>
            </a:p>
          </p:txBody>
        </p:sp>
      </p:grpSp>
      <p:sp>
        <p:nvSpPr>
          <p:cNvPr id="3" name="文字方塊 31"/>
          <p:cNvSpPr txBox="1"/>
          <p:nvPr/>
        </p:nvSpPr>
        <p:spPr>
          <a:xfrm>
            <a:off x="19050" y="4179888"/>
            <a:ext cx="2352675" cy="830262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TW" altLang="en-US" sz="1600" b="1" dirty="0">
                <a:solidFill>
                  <a:srgbClr val="FF0000"/>
                </a:solidFill>
                <a:latin typeface="Microsoft YaHei" panose="020B0503020204020204" charset="-122"/>
                <a:ea typeface="Microsoft YaHei" panose="020B0503020204020204" charset="-122"/>
                <a:sym typeface="Wingdings 2" panose="05020102010507070707" charset="0"/>
              </a:rPr>
              <a:t></a:t>
            </a:r>
            <a:r>
              <a:rPr lang="zh-TW" altLang="en-US" sz="1600" b="1" dirty="0">
                <a:solidFill>
                  <a:srgbClr val="FF0000"/>
                </a:solidFill>
                <a:latin typeface="Microsoft YaHei" panose="020B0503020204020204" charset="-122"/>
                <a:ea typeface="Microsoft YaHei" panose="020B0503020204020204" charset="-122"/>
                <a:sym typeface="Microsoft YaHei" panose="020B0503020204020204" charset="-122"/>
              </a:rPr>
              <a:t>代理人員需有該表單的簽核權限，如沒有該權限需進行設定</a:t>
            </a:r>
            <a:endParaRPr lang="zh-TW" altLang="en-US" sz="1600" b="1" dirty="0">
              <a:solidFill>
                <a:srgbClr val="FF0000"/>
              </a:solidFill>
              <a:latin typeface="Microsoft YaHei" panose="020B0503020204020204" charset="-122"/>
              <a:ea typeface="Microsoft YaHei" panose="020B0503020204020204" charset="-122"/>
              <a:sym typeface="Microsoft YaHei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04813" y="539750"/>
            <a:ext cx="8369300" cy="539750"/>
          </a:xfrm>
        </p:spPr>
        <p:txBody>
          <a:bodyPr lIns="101600" tIns="38100" rIns="76200" bIns="38100" rtlCol="0" anchor="ctr" anchorCtr="0">
            <a:noAutofit/>
          </a:bodyPr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TW" altLang="en-US" sz="2400" b="1" i="0" u="none" strike="noStrike" kern="1200" cap="none" spc="300" normalizeH="0" baseline="0" noProof="1">
                <a:solidFill>
                  <a:srgbClr val="41B6E7"/>
                </a:solidFill>
                <a:uFillTx/>
                <a:latin typeface="Microsoft YaHei" panose="020B0503020204020204" charset="-122"/>
                <a:ea typeface="Microsoft YaHei" panose="020B0503020204020204" charset="-122"/>
                <a:cs typeface="+mj-cs"/>
                <a:sym typeface="+mn-ea"/>
              </a:rPr>
              <a:t>人員離職/異動執行程序</a:t>
            </a:r>
            <a:endParaRPr kumimoji="0" lang="zh-TW" altLang="en-US" sz="2400" b="1" i="0" u="none" strike="noStrike" kern="1200" cap="none" spc="200" normalizeH="0" baseline="0" noProof="1">
              <a:solidFill>
                <a:srgbClr val="41B6E7"/>
              </a:solidFill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490538" y="1143000"/>
            <a:ext cx="6691313" cy="37846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TW" altLang="en-US" sz="1500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檢核步驟如下：</a:t>
            </a:r>
            <a:endParaRPr lang="zh-TW" altLang="en-US" sz="1500" noProof="1" dirty="0">
              <a:latin typeface="Microsoft YaHei" panose="020B0503020204020204" charset="-122"/>
              <a:ea typeface="Microsoft YaHei" panose="020B0503020204020204" charset="-122"/>
              <a:sym typeface="+mn-ea"/>
            </a:endParaRPr>
          </a:p>
          <a:p>
            <a:endParaRPr kumimoji="1" lang="zh-TW" altLang="en-US" sz="1500" noProof="0" dirty="0">
              <a:solidFill>
                <a:srgbClr val="00206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 marL="342900" indent="-342900">
              <a:buFont typeface="+mj-lt"/>
              <a:buAutoNum type="arabicPeriod"/>
            </a:pPr>
            <a:r>
              <a:rPr lang="zh-TW" altLang="en-US" sz="1500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員工資料維護作業-查詢流程設</a:t>
            </a:r>
            <a:r>
              <a:rPr lang="zh-TW" altLang="en-US" sz="1500" noProof="1" dirty="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定</a:t>
            </a:r>
            <a:r>
              <a:rPr lang="en-US" altLang="zh-TW" sz="1500" noProof="1" dirty="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(</a:t>
            </a:r>
            <a:r>
              <a:rPr lang="zh-TW" altLang="en-US" sz="1500" noProof="1" dirty="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異動員工</a:t>
            </a:r>
            <a:r>
              <a:rPr lang="en-US" altLang="zh-TW" sz="1500" noProof="1" dirty="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)</a:t>
            </a:r>
            <a:endParaRPr lang="zh-TW" altLang="en-US" sz="1500" noProof="1" dirty="0"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+mn-ea"/>
            </a:endParaRPr>
          </a:p>
          <a:p>
            <a:pPr marL="800100" lvl="1" indent="-342900" fontAlgn="base">
              <a:buFont typeface="Wingdings" panose="05000000000000000000" charset="0"/>
              <a:buChar char="ü"/>
            </a:pPr>
            <a:r>
              <a:rPr lang="zh-TW" altLang="en-US" sz="1500" strike="noStrike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部門、專案、標準群組</a:t>
            </a:r>
            <a:r>
              <a:rPr lang="zh-TW" altLang="en-US" sz="1500" strike="noStrike" noProof="1" dirty="0">
                <a:latin typeface="Arial" panose="020B0604020202020204" pitchFamily="34" charset="0"/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→</a:t>
            </a:r>
            <a:r>
              <a:rPr lang="zh-TW" altLang="en-US" sz="1500" strike="noStrike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組織資料維護作業、標準群組維護作業</a:t>
            </a:r>
            <a:endParaRPr lang="zh-TW" altLang="en-US" sz="1500" strike="noStrike" noProof="1" dirty="0">
              <a:latin typeface="Microsoft YaHei" panose="020B0503020204020204" charset="-122"/>
              <a:ea typeface="Microsoft YaHei" panose="020B0503020204020204" charset="-122"/>
              <a:sym typeface="+mn-ea"/>
            </a:endParaRPr>
          </a:p>
          <a:p>
            <a:pPr marL="800100" lvl="1" indent="-342900" fontAlgn="base">
              <a:buFont typeface="Wingdings" panose="05000000000000000000" charset="0"/>
              <a:buChar char="ü"/>
            </a:pPr>
            <a:r>
              <a:rPr lang="zh-TW" altLang="en-US" sz="1500" strike="noStrike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流程設定</a:t>
            </a:r>
            <a:r>
              <a:rPr lang="zh-TW" altLang="en-US" sz="1500" strike="noStrike" noProof="1" dirty="0">
                <a:latin typeface="Arial" panose="020B0604020202020204" pitchFamily="34" charset="0"/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→</a:t>
            </a:r>
            <a:r>
              <a:rPr lang="zh-TW" altLang="en-US" sz="1500" strike="noStrike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流程設定精靈</a:t>
            </a:r>
            <a:endParaRPr lang="zh-TW" altLang="en-US" sz="1500" strike="noStrike" noProof="1" dirty="0">
              <a:latin typeface="Microsoft YaHei" panose="020B0503020204020204" charset="-122"/>
              <a:ea typeface="Microsoft YaHei" panose="020B0503020204020204" charset="-122"/>
              <a:sym typeface="+mn-ea"/>
            </a:endParaRPr>
          </a:p>
          <a:p>
            <a:pPr marL="800100" lvl="1" indent="-342900" fontAlgn="base">
              <a:buFont typeface="Wingdings" panose="05000000000000000000" charset="0"/>
              <a:buChar char="ü"/>
            </a:pPr>
            <a:r>
              <a:rPr lang="zh-TW" altLang="en-US" sz="1500" strike="noStrike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簽核表單</a:t>
            </a:r>
            <a:r>
              <a:rPr lang="zh-TW" altLang="en-US" sz="1500" strike="noStrike" noProof="1" dirty="0">
                <a:latin typeface="Arial" panose="020B0604020202020204" pitchFamily="34" charset="0"/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→</a:t>
            </a:r>
            <a:r>
              <a:rPr lang="zh-TW" altLang="en-US" sz="1500" strike="noStrike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簽核代理人設定作業</a:t>
            </a:r>
            <a:endParaRPr lang="zh-TW" altLang="en-US" sz="1500" strike="noStrike" noProof="1" dirty="0">
              <a:latin typeface="Microsoft YaHei" panose="020B0503020204020204" charset="-122"/>
              <a:ea typeface="Microsoft YaHei" panose="020B0503020204020204" charset="-122"/>
              <a:sym typeface="+mn-ea"/>
            </a:endParaRPr>
          </a:p>
          <a:p>
            <a:pPr marL="800100" lvl="1" indent="-342900" fontAlgn="base">
              <a:buFont typeface="Wingdings" panose="05000000000000000000" charset="0"/>
              <a:buChar char="ü"/>
            </a:pPr>
            <a:r>
              <a:rPr lang="zh-TW" altLang="en-US" sz="1500" strike="noStrike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職務職稱</a:t>
            </a:r>
            <a:r>
              <a:rPr lang="zh-TW" altLang="en-US" sz="1500" strike="noStrike" noProof="1" dirty="0">
                <a:latin typeface="Arial" panose="020B0604020202020204" pitchFamily="34" charset="0"/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→</a:t>
            </a:r>
            <a:r>
              <a:rPr lang="zh-TW" altLang="en-US" sz="1500" strike="noStrike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流程設定精靈</a:t>
            </a:r>
            <a:endParaRPr lang="zh-TW" altLang="en-US" sz="1500" strike="noStrike" noProof="1" dirty="0">
              <a:latin typeface="Microsoft YaHei" panose="020B0503020204020204" charset="-122"/>
              <a:ea typeface="Microsoft YaHei" panose="020B0503020204020204" charset="-122"/>
              <a:sym typeface="+mn-ea"/>
            </a:endParaRPr>
          </a:p>
          <a:p>
            <a:pPr marL="800100" lvl="1" indent="-342900" fontAlgn="base">
              <a:buFont typeface="Wingdings" panose="05000000000000000000" charset="0"/>
              <a:buChar char="ü"/>
            </a:pPr>
            <a:r>
              <a:rPr lang="zh-TW" altLang="en-US" sz="1500" strike="noStrike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子流程</a:t>
            </a:r>
            <a:r>
              <a:rPr lang="zh-TW" altLang="en-US" sz="1500" strike="noStrike" noProof="1" dirty="0">
                <a:latin typeface="Arial" panose="020B0604020202020204" pitchFamily="34" charset="0"/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→</a:t>
            </a:r>
            <a:r>
              <a:rPr lang="zh-TW" altLang="en-US" sz="1500" strike="noStrike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流程設定精靈</a:t>
            </a:r>
            <a:endParaRPr lang="zh-TW" altLang="en-US" sz="1500" strike="noStrike" noProof="1" dirty="0">
              <a:latin typeface="Microsoft YaHei" panose="020B0503020204020204" charset="-122"/>
              <a:ea typeface="Microsoft YaHei" panose="020B0503020204020204" charset="-122"/>
              <a:sym typeface="+mn-ea"/>
            </a:endParaRPr>
          </a:p>
          <a:p>
            <a:pPr marL="800100" lvl="1" indent="-342900" fontAlgn="base">
              <a:buFont typeface="Wingdings" panose="05000000000000000000" charset="0"/>
              <a:buChar char="ü"/>
            </a:pPr>
            <a:r>
              <a:rPr lang="zh-TW" altLang="en-US" sz="1500" strike="noStrike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動態參數群組成員</a:t>
            </a:r>
            <a:r>
              <a:rPr lang="zh-TW" altLang="en-US" sz="1500" strike="noStrike" noProof="1" dirty="0">
                <a:latin typeface="Arial" panose="020B0604020202020204" pitchFamily="34" charset="0"/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→</a:t>
            </a:r>
            <a:r>
              <a:rPr lang="zh-TW" altLang="en-US" sz="1500" strike="noStrike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流程設定精靈</a:t>
            </a:r>
            <a:endParaRPr lang="zh-TW" altLang="en-US" sz="1500" strike="noStrike" noProof="1" dirty="0">
              <a:latin typeface="Microsoft YaHei" panose="020B0503020204020204" charset="-122"/>
              <a:ea typeface="Microsoft YaHei" panose="020B0503020204020204" charset="-122"/>
              <a:sym typeface="+mn-ea"/>
            </a:endParaRPr>
          </a:p>
          <a:p>
            <a:pPr marL="342900" indent="-342900">
              <a:buFont typeface="+mj-lt"/>
              <a:buAutoNum type="arabicPeriod"/>
            </a:pPr>
            <a:endParaRPr lang="zh-TW" altLang="en-US" sz="1500" noProof="1" dirty="0">
              <a:latin typeface="Microsoft YaHei" panose="020B0503020204020204" charset="-122"/>
              <a:ea typeface="Microsoft YaHei" panose="020B0503020204020204" charset="-122"/>
              <a:sym typeface="+mn-ea"/>
            </a:endParaRPr>
          </a:p>
          <a:p>
            <a:pPr marL="342900" indent="-342900">
              <a:buFont typeface="+mj-lt"/>
              <a:buAutoNum type="arabicPeriod"/>
            </a:pPr>
            <a:r>
              <a:rPr lang="zh-TW" altLang="en-US" sz="1500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員工資料維護作業</a:t>
            </a:r>
            <a:r>
              <a:rPr lang="en-US" altLang="zh-TW" sz="1500" noProof="1" dirty="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-</a:t>
            </a:r>
            <a:r>
              <a:rPr lang="zh-TW" altLang="en-US" sz="1500" noProof="1" dirty="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基本資料</a:t>
            </a:r>
            <a:r>
              <a:rPr lang="en-US" altLang="zh-TW" sz="1500" noProof="1" dirty="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(</a:t>
            </a:r>
            <a:r>
              <a:rPr lang="zh-TW" altLang="en-US" sz="1500" noProof="1" dirty="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隸屬該異動員工成員</a:t>
            </a:r>
            <a:r>
              <a:rPr lang="en-US" altLang="zh-TW" sz="1500" noProof="1" dirty="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)</a:t>
            </a:r>
            <a:endParaRPr lang="zh-TW" altLang="en-US" sz="1500" noProof="1" dirty="0"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+mn-ea"/>
            </a:endParaRPr>
          </a:p>
          <a:p>
            <a:pPr marL="800100" lvl="1" indent="-342900" fontAlgn="base">
              <a:buFont typeface="Wingdings" panose="05000000000000000000" charset="0"/>
              <a:buChar char="ü"/>
            </a:pPr>
            <a:r>
              <a:rPr lang="zh-TW" altLang="en-US" sz="1500" strike="noStrike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直屬主管</a:t>
            </a:r>
            <a:endParaRPr lang="zh-TW" altLang="en-US" sz="1500" strike="noStrike" noProof="1" dirty="0">
              <a:latin typeface="Microsoft YaHei" panose="020B0503020204020204" charset="-122"/>
              <a:ea typeface="Microsoft YaHei" panose="020B0503020204020204" charset="-122"/>
              <a:sym typeface="+mn-ea"/>
            </a:endParaRPr>
          </a:p>
          <a:p>
            <a:pPr marL="800100" lvl="1" indent="-342900" fontAlgn="base">
              <a:buFont typeface="Wingdings" panose="05000000000000000000" charset="0"/>
              <a:buChar char="ü"/>
            </a:pPr>
            <a:r>
              <a:rPr lang="zh-TW" altLang="en-US" sz="1500" strike="noStrike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代理人</a:t>
            </a:r>
            <a:endParaRPr lang="zh-TW" altLang="en-US" sz="1500" strike="noStrike" noProof="1" dirty="0">
              <a:latin typeface="Microsoft YaHei" panose="020B0503020204020204" charset="-122"/>
              <a:ea typeface="Microsoft YaHei" panose="020B0503020204020204" charset="-122"/>
              <a:sym typeface="+mn-ea"/>
            </a:endParaRPr>
          </a:p>
          <a:p>
            <a:pPr marL="342900" indent="-342900">
              <a:buFont typeface="+mj-lt"/>
              <a:buAutoNum type="arabicPeriod"/>
            </a:pPr>
            <a:endParaRPr lang="zh-TW" altLang="en-US" sz="1500" noProof="1" dirty="0">
              <a:latin typeface="Microsoft YaHei" panose="020B0503020204020204" charset="-122"/>
              <a:ea typeface="Microsoft YaHei" panose="020B0503020204020204" charset="-122"/>
              <a:sym typeface="+mn-ea"/>
            </a:endParaRPr>
          </a:p>
          <a:p>
            <a:pPr marL="342900" indent="-342900">
              <a:buFont typeface="+mj-lt"/>
              <a:buAutoNum type="arabicPeriod"/>
            </a:pPr>
            <a:r>
              <a:rPr lang="zh-TW" altLang="en-US" sz="1500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離職員工資料維護作業</a:t>
            </a:r>
            <a:endParaRPr lang="zh-TW" altLang="en-US" sz="1500" noProof="1" dirty="0">
              <a:latin typeface="Microsoft YaHei" panose="020B0503020204020204" charset="-122"/>
              <a:ea typeface="Microsoft YaHei" panose="020B0503020204020204" charset="-122"/>
              <a:sym typeface="+mn-ea"/>
            </a:endParaRPr>
          </a:p>
          <a:p>
            <a:pPr marL="342900" indent="-342900">
              <a:buFont typeface="+mj-lt"/>
              <a:buAutoNum type="arabicPeriod"/>
            </a:pPr>
            <a:r>
              <a:rPr lang="zh-TW" altLang="en-US" sz="1500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離職員工原稿授權作業</a:t>
            </a:r>
            <a:r>
              <a:rPr kumimoji="1" lang="zh-TW" altLang="en-US" sz="1500" noProof="0" dirty="0">
                <a:solidFill>
                  <a:srgbClr val="002060"/>
                </a:solidFill>
                <a:latin typeface="Microsoft YaHei" panose="020B0503020204020204" charset="-122"/>
                <a:ea typeface="新細明體" panose="02020500000000000000" pitchFamily="18" charset="-120"/>
                <a:cs typeface="Microsoft YaHei" panose="020B0503020204020204" charset="-122"/>
                <a:sym typeface="+mn-ea"/>
              </a:rPr>
              <a:t> </a:t>
            </a:r>
            <a:endParaRPr kumimoji="1" lang="zh-TW" altLang="en-US" sz="1500" noProof="0" dirty="0">
              <a:solidFill>
                <a:srgbClr val="002060"/>
              </a:solidFill>
              <a:latin typeface="Microsoft YaHei" panose="020B0503020204020204" charset="-122"/>
              <a:cs typeface="Microsoft YaHei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000" fill="hold"/>
                                        <p:tgtEl>
                                          <p:spTgt spid="4">
                                            <p:txEl>
                                              <p:charRg st="87" end="9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1745" name="圖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4813" y="1079500"/>
            <a:ext cx="8667750" cy="36464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1746" name="標題 1"/>
          <p:cNvSpPr>
            <a:spLocks noGrp="1"/>
          </p:cNvSpPr>
          <p:nvPr>
            <p:ph type="title"/>
          </p:nvPr>
        </p:nvSpPr>
        <p:spPr>
          <a:xfrm>
            <a:off x="404813" y="539750"/>
            <a:ext cx="8369300" cy="539750"/>
          </a:xfrm>
        </p:spPr>
        <p:txBody>
          <a:bodyPr lIns="101600" tIns="38100" rIns="76200" bIns="38100" anchor="ctr" anchorCtr="0"/>
          <a:p>
            <a:pPr indent="0" defTabSz="685800">
              <a:buNone/>
            </a:pPr>
            <a:r>
              <a:rPr lang="zh-TW" altLang="en-US" kern="1200" normalizeH="0" baseline="0">
                <a:latin typeface="+mj-lt"/>
                <a:ea typeface="+mj-ea"/>
                <a:cs typeface="+mj-cs"/>
                <a:sym typeface="Microsoft YaHei" panose="020B0503020204020204" charset="-122"/>
              </a:rPr>
              <a:t>職務、職稱簽核表單</a:t>
            </a:r>
            <a:endParaRPr lang="zh-TW" altLang="en-US" kern="1200" normalizeH="0" baseline="0">
              <a:latin typeface="+mj-lt"/>
              <a:ea typeface="+mj-ea"/>
              <a:cs typeface="+mj-cs"/>
              <a:sym typeface="Microsoft YaHei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04813" y="3152775"/>
            <a:ext cx="4095750" cy="4365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350" b="0" i="0" u="none" strike="noStrike" kern="1200" cap="none" spc="0" normalizeH="0" baseline="0" noProof="0" smtClean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4250" y="3152775"/>
            <a:ext cx="3282950" cy="177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" name="矩形 11"/>
          <p:cNvSpPr/>
          <p:nvPr/>
        </p:nvSpPr>
        <p:spPr>
          <a:xfrm>
            <a:off x="4899025" y="4003675"/>
            <a:ext cx="2636838" cy="47783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350" b="0" i="0" u="none" strike="noStrike" kern="1200" cap="none" spc="0" normalizeH="0" baseline="0" noProof="0" smtClean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2" grpId="1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2769" name="圖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39963" y="1079500"/>
            <a:ext cx="6535737" cy="23272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2770" name="標題 1"/>
          <p:cNvSpPr>
            <a:spLocks noGrp="1"/>
          </p:cNvSpPr>
          <p:nvPr>
            <p:ph type="title"/>
          </p:nvPr>
        </p:nvSpPr>
        <p:spPr>
          <a:xfrm>
            <a:off x="404813" y="539750"/>
            <a:ext cx="8369300" cy="539750"/>
          </a:xfrm>
        </p:spPr>
        <p:txBody>
          <a:bodyPr lIns="101600" tIns="38100" rIns="76200" bIns="38100" anchor="ctr" anchorCtr="0"/>
          <a:p>
            <a:pPr indent="0" defTabSz="685800">
              <a:buNone/>
            </a:pPr>
            <a:r>
              <a:rPr lang="zh-TW" altLang="zh-CN" kern="1200" normalizeH="0" baseline="0">
                <a:latin typeface="+mj-lt"/>
                <a:ea typeface="+mj-ea"/>
                <a:cs typeface="+mj-cs"/>
                <a:sym typeface="Microsoft YaHei" panose="020B0503020204020204" charset="-122"/>
              </a:rPr>
              <a:t>流程設定精靈</a:t>
            </a:r>
            <a:endParaRPr lang="zh-TW" altLang="zh-CN" kern="1200" normalizeH="0" baseline="0">
              <a:latin typeface="+mj-lt"/>
              <a:ea typeface="+mj-ea"/>
              <a:cs typeface="+mj-cs"/>
              <a:sym typeface="Microsoft YaHei" panose="020B0503020204020204" charset="-122"/>
            </a:endParaRPr>
          </a:p>
        </p:txBody>
      </p:sp>
      <p:pic>
        <p:nvPicPr>
          <p:cNvPr id="32771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" y="1079500"/>
            <a:ext cx="2087563" cy="22621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矩形 9"/>
          <p:cNvSpPr/>
          <p:nvPr/>
        </p:nvSpPr>
        <p:spPr>
          <a:xfrm>
            <a:off x="482600" y="1649413"/>
            <a:ext cx="1517650" cy="2349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350" b="0" i="0" u="none" strike="noStrike" kern="1200" cap="none" spc="0" normalizeH="0" baseline="0" noProof="0" smtClean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294313" y="1884363"/>
            <a:ext cx="2944813" cy="6508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350" b="0" i="0" u="none" strike="noStrike" kern="1200" cap="none" spc="0" normalizeH="0" baseline="0" noProof="0" smtClean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2774" name="文字方塊 14"/>
          <p:cNvSpPr txBox="1"/>
          <p:nvPr/>
        </p:nvSpPr>
        <p:spPr>
          <a:xfrm>
            <a:off x="2239963" y="2476500"/>
            <a:ext cx="2744787" cy="552450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TW" altLang="zh-TW" sz="1500" dirty="0">
                <a:solidFill>
                  <a:srgbClr val="002060"/>
                </a:solidFill>
                <a:latin typeface="Microsoft YaHei" panose="020B0503020204020204" charset="-122"/>
                <a:ea typeface="Microsoft YaHei" panose="020B0503020204020204" charset="-122"/>
                <a:sym typeface="Microsoft YaHei" panose="020B0503020204020204" charset="-122"/>
              </a:rPr>
              <a:t>『職務、職稱』會查到</a:t>
            </a:r>
            <a:endParaRPr lang="zh-TW" altLang="zh-TW" sz="1500" dirty="0">
              <a:solidFill>
                <a:srgbClr val="002060"/>
              </a:solidFill>
              <a:latin typeface="Microsoft YaHei" panose="020B0503020204020204" charset="-122"/>
              <a:ea typeface="Microsoft YaHei" panose="020B0503020204020204" charset="-122"/>
              <a:sym typeface="Microsoft YaHei" panose="020B0503020204020204" charset="-122"/>
            </a:endParaRPr>
          </a:p>
          <a:p>
            <a:r>
              <a:rPr lang="zh-TW" altLang="zh-TW" sz="1500" dirty="0">
                <a:solidFill>
                  <a:srgbClr val="002060"/>
                </a:solidFill>
                <a:latin typeface="Microsoft YaHei" panose="020B0503020204020204" charset="-122"/>
                <a:ea typeface="Microsoft YaHei" panose="020B0503020204020204" charset="-122"/>
              </a:rPr>
              <a:t>流程角色：職務、職稱</a:t>
            </a:r>
            <a:endParaRPr lang="zh-TW" altLang="zh-TW" sz="1500" dirty="0">
              <a:solidFill>
                <a:srgbClr val="00206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686050" y="2093913"/>
            <a:ext cx="1720850" cy="23653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350" b="0" i="0" u="none" strike="noStrike" kern="1200" cap="none" spc="0" normalizeH="0" baseline="0" noProof="0" smtClean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2776" name="文字方塊 10"/>
          <p:cNvSpPr txBox="1"/>
          <p:nvPr/>
        </p:nvSpPr>
        <p:spPr>
          <a:xfrm>
            <a:off x="6659563" y="2592388"/>
            <a:ext cx="1325562" cy="322262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 wrap="none" anchor="t" anchorCtr="0">
            <a:spAutoFit/>
          </a:bodyPr>
          <a:p>
            <a:r>
              <a:rPr lang="zh-TW" altLang="zh-TW" sz="1500" dirty="0">
                <a:solidFill>
                  <a:srgbClr val="002060"/>
                </a:solidFill>
                <a:latin typeface="Microsoft YaHei" panose="020B0503020204020204" charset="-122"/>
                <a:ea typeface="Microsoft YaHei" panose="020B0503020204020204" charset="-122"/>
                <a:sym typeface="Microsoft YaHei" panose="020B0503020204020204" charset="-122"/>
              </a:rPr>
              <a:t>調整簽核人員</a:t>
            </a:r>
            <a:endParaRPr lang="zh-TW" altLang="zh-TW" sz="1500" dirty="0">
              <a:solidFill>
                <a:srgbClr val="00206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04813" y="539750"/>
            <a:ext cx="8369300" cy="539750"/>
          </a:xfrm>
        </p:spPr>
        <p:txBody>
          <a:bodyPr lIns="101600" tIns="38100" rIns="76200" bIns="38100" rtlCol="0" anchor="ctr" anchorCtr="0">
            <a:noAutofit/>
          </a:bodyPr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TW" altLang="en-US" sz="2400" b="1" i="0" u="none" strike="noStrike" kern="1200" cap="none" spc="300" normalizeH="0" baseline="0" noProof="1">
                <a:solidFill>
                  <a:srgbClr val="41B6E7"/>
                </a:solidFill>
                <a:uFillTx/>
                <a:latin typeface="Microsoft YaHei" panose="020B0503020204020204" charset="-122"/>
                <a:ea typeface="Microsoft YaHei" panose="020B0503020204020204" charset="-122"/>
                <a:cs typeface="+mj-cs"/>
                <a:sym typeface="+mn-ea"/>
              </a:rPr>
              <a:t>人員離職/異動執行程序</a:t>
            </a:r>
            <a:endParaRPr kumimoji="0" lang="zh-TW" altLang="en-US" sz="2400" b="1" i="0" u="none" strike="noStrike" kern="1200" cap="none" spc="200" normalizeH="0" baseline="0" noProof="1">
              <a:solidFill>
                <a:srgbClr val="41B6E7"/>
              </a:solidFill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490538" y="1143000"/>
            <a:ext cx="6691313" cy="37846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TW" altLang="en-US" sz="1500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檢核步驟如下：</a:t>
            </a:r>
            <a:endParaRPr lang="zh-TW" altLang="en-US" sz="1500" noProof="1" dirty="0">
              <a:latin typeface="Microsoft YaHei" panose="020B0503020204020204" charset="-122"/>
              <a:ea typeface="Microsoft YaHei" panose="020B0503020204020204" charset="-122"/>
              <a:sym typeface="+mn-ea"/>
            </a:endParaRPr>
          </a:p>
          <a:p>
            <a:endParaRPr kumimoji="1" lang="zh-TW" altLang="en-US" sz="1500" noProof="0" dirty="0">
              <a:solidFill>
                <a:srgbClr val="00206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 marL="342900" indent="-342900">
              <a:buFont typeface="+mj-lt"/>
              <a:buAutoNum type="arabicPeriod"/>
            </a:pPr>
            <a:r>
              <a:rPr lang="zh-TW" altLang="en-US" sz="1500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員工資料維護作業-查詢流程設</a:t>
            </a:r>
            <a:r>
              <a:rPr lang="zh-TW" altLang="en-US" sz="1500" noProof="1" dirty="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定</a:t>
            </a:r>
            <a:r>
              <a:rPr lang="en-US" altLang="zh-TW" sz="1500" noProof="1" dirty="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(</a:t>
            </a:r>
            <a:r>
              <a:rPr lang="zh-TW" altLang="en-US" sz="1500" noProof="1" dirty="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異動員工</a:t>
            </a:r>
            <a:r>
              <a:rPr lang="en-US" altLang="zh-TW" sz="1500" noProof="1" dirty="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)</a:t>
            </a:r>
            <a:endParaRPr lang="zh-TW" altLang="en-US" sz="1500" noProof="1" dirty="0"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+mn-ea"/>
            </a:endParaRPr>
          </a:p>
          <a:p>
            <a:pPr marL="800100" lvl="1" indent="-342900" fontAlgn="base">
              <a:buFont typeface="Wingdings" panose="05000000000000000000" charset="0"/>
              <a:buChar char="ü"/>
            </a:pPr>
            <a:r>
              <a:rPr lang="zh-TW" altLang="en-US" sz="1500" strike="noStrike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部門、專案、標準群組</a:t>
            </a:r>
            <a:r>
              <a:rPr lang="zh-TW" altLang="en-US" sz="1500" strike="noStrike" noProof="1" dirty="0">
                <a:latin typeface="Arial" panose="020B0604020202020204" pitchFamily="34" charset="0"/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→</a:t>
            </a:r>
            <a:r>
              <a:rPr lang="zh-TW" altLang="en-US" sz="1500" strike="noStrike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組織資料維護作業、標準群組維護作業</a:t>
            </a:r>
            <a:endParaRPr lang="zh-TW" altLang="en-US" sz="1500" strike="noStrike" noProof="1" dirty="0">
              <a:latin typeface="Microsoft YaHei" panose="020B0503020204020204" charset="-122"/>
              <a:ea typeface="Microsoft YaHei" panose="020B0503020204020204" charset="-122"/>
              <a:sym typeface="+mn-ea"/>
            </a:endParaRPr>
          </a:p>
          <a:p>
            <a:pPr marL="800100" lvl="1" indent="-342900" fontAlgn="base">
              <a:buFont typeface="Wingdings" panose="05000000000000000000" charset="0"/>
              <a:buChar char="ü"/>
            </a:pPr>
            <a:r>
              <a:rPr lang="zh-TW" altLang="en-US" sz="1500" strike="noStrike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流程設定</a:t>
            </a:r>
            <a:r>
              <a:rPr lang="zh-TW" altLang="en-US" sz="1500" strike="noStrike" noProof="1" dirty="0">
                <a:latin typeface="Arial" panose="020B0604020202020204" pitchFamily="34" charset="0"/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→</a:t>
            </a:r>
            <a:r>
              <a:rPr lang="zh-TW" altLang="en-US" sz="1500" strike="noStrike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流程設定精靈</a:t>
            </a:r>
            <a:endParaRPr lang="zh-TW" altLang="en-US" sz="1500" strike="noStrike" noProof="1" dirty="0">
              <a:latin typeface="Microsoft YaHei" panose="020B0503020204020204" charset="-122"/>
              <a:ea typeface="Microsoft YaHei" panose="020B0503020204020204" charset="-122"/>
              <a:sym typeface="+mn-ea"/>
            </a:endParaRPr>
          </a:p>
          <a:p>
            <a:pPr marL="800100" lvl="1" indent="-342900" fontAlgn="base">
              <a:buFont typeface="Wingdings" panose="05000000000000000000" charset="0"/>
              <a:buChar char="ü"/>
            </a:pPr>
            <a:r>
              <a:rPr lang="zh-TW" altLang="en-US" sz="1500" strike="noStrike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簽核表單</a:t>
            </a:r>
            <a:r>
              <a:rPr lang="zh-TW" altLang="en-US" sz="1500" strike="noStrike" noProof="1" dirty="0">
                <a:latin typeface="Arial" panose="020B0604020202020204" pitchFamily="34" charset="0"/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→</a:t>
            </a:r>
            <a:r>
              <a:rPr lang="zh-TW" altLang="en-US" sz="1500" strike="noStrike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簽核代理人設定作業</a:t>
            </a:r>
            <a:endParaRPr lang="zh-TW" altLang="en-US" sz="1500" strike="noStrike" noProof="1" dirty="0">
              <a:latin typeface="Microsoft YaHei" panose="020B0503020204020204" charset="-122"/>
              <a:ea typeface="Microsoft YaHei" panose="020B0503020204020204" charset="-122"/>
              <a:sym typeface="+mn-ea"/>
            </a:endParaRPr>
          </a:p>
          <a:p>
            <a:pPr marL="800100" lvl="1" indent="-342900" fontAlgn="base">
              <a:buFont typeface="Wingdings" panose="05000000000000000000" charset="0"/>
              <a:buChar char="ü"/>
            </a:pPr>
            <a:r>
              <a:rPr lang="zh-TW" altLang="en-US" sz="1500" strike="noStrike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職務職稱</a:t>
            </a:r>
            <a:r>
              <a:rPr lang="zh-TW" altLang="en-US" sz="1500" strike="noStrike" noProof="1" dirty="0">
                <a:latin typeface="Arial" panose="020B0604020202020204" pitchFamily="34" charset="0"/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→</a:t>
            </a:r>
            <a:r>
              <a:rPr lang="zh-TW" altLang="en-US" sz="1500" strike="noStrike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流程設定精靈</a:t>
            </a:r>
            <a:endParaRPr lang="zh-TW" altLang="en-US" sz="1500" strike="noStrike" noProof="1" dirty="0">
              <a:latin typeface="Microsoft YaHei" panose="020B0503020204020204" charset="-122"/>
              <a:ea typeface="Microsoft YaHei" panose="020B0503020204020204" charset="-122"/>
              <a:sym typeface="+mn-ea"/>
            </a:endParaRPr>
          </a:p>
          <a:p>
            <a:pPr marL="800100" lvl="1" indent="-342900" fontAlgn="base">
              <a:buFont typeface="Wingdings" panose="05000000000000000000" charset="0"/>
              <a:buChar char="ü"/>
            </a:pPr>
            <a:r>
              <a:rPr lang="zh-TW" altLang="en-US" sz="1500" strike="noStrike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子流程</a:t>
            </a:r>
            <a:r>
              <a:rPr lang="zh-TW" altLang="en-US" sz="1500" strike="noStrike" noProof="1" dirty="0">
                <a:latin typeface="Arial" panose="020B0604020202020204" pitchFamily="34" charset="0"/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→</a:t>
            </a:r>
            <a:r>
              <a:rPr lang="zh-TW" altLang="en-US" sz="1500" strike="noStrike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流程設定精靈</a:t>
            </a:r>
            <a:endParaRPr lang="zh-TW" altLang="en-US" sz="1500" strike="noStrike" noProof="1" dirty="0">
              <a:latin typeface="Microsoft YaHei" panose="020B0503020204020204" charset="-122"/>
              <a:ea typeface="Microsoft YaHei" panose="020B0503020204020204" charset="-122"/>
              <a:sym typeface="+mn-ea"/>
            </a:endParaRPr>
          </a:p>
          <a:p>
            <a:pPr marL="800100" lvl="1" indent="-342900" fontAlgn="base">
              <a:buFont typeface="Wingdings" panose="05000000000000000000" charset="0"/>
              <a:buChar char="ü"/>
            </a:pPr>
            <a:r>
              <a:rPr lang="zh-TW" altLang="en-US" sz="1500" strike="noStrike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動態參數群組成員</a:t>
            </a:r>
            <a:r>
              <a:rPr lang="zh-TW" altLang="en-US" sz="1500" strike="noStrike" noProof="1" dirty="0">
                <a:latin typeface="Arial" panose="020B0604020202020204" pitchFamily="34" charset="0"/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→</a:t>
            </a:r>
            <a:r>
              <a:rPr lang="zh-TW" altLang="en-US" sz="1500" strike="noStrike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流程設定精靈</a:t>
            </a:r>
            <a:endParaRPr lang="zh-TW" altLang="en-US" sz="1500" strike="noStrike" noProof="1" dirty="0">
              <a:latin typeface="Microsoft YaHei" panose="020B0503020204020204" charset="-122"/>
              <a:ea typeface="Microsoft YaHei" panose="020B0503020204020204" charset="-122"/>
              <a:sym typeface="+mn-ea"/>
            </a:endParaRPr>
          </a:p>
          <a:p>
            <a:pPr marL="342900" indent="-342900">
              <a:buFont typeface="+mj-lt"/>
              <a:buAutoNum type="arabicPeriod"/>
            </a:pPr>
            <a:endParaRPr lang="zh-TW" altLang="en-US" sz="1500" noProof="1" dirty="0">
              <a:latin typeface="Microsoft YaHei" panose="020B0503020204020204" charset="-122"/>
              <a:ea typeface="Microsoft YaHei" panose="020B0503020204020204" charset="-122"/>
              <a:sym typeface="+mn-ea"/>
            </a:endParaRPr>
          </a:p>
          <a:p>
            <a:pPr marL="342900" indent="-342900">
              <a:buFont typeface="+mj-lt"/>
              <a:buAutoNum type="arabicPeriod"/>
            </a:pPr>
            <a:r>
              <a:rPr lang="zh-TW" altLang="en-US" sz="1500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員工資料維護作業</a:t>
            </a:r>
            <a:r>
              <a:rPr lang="en-US" altLang="zh-TW" sz="1500" noProof="1" dirty="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-</a:t>
            </a:r>
            <a:r>
              <a:rPr lang="zh-TW" altLang="en-US" sz="1500" noProof="1" dirty="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基本資料</a:t>
            </a:r>
            <a:r>
              <a:rPr lang="en-US" altLang="zh-TW" sz="1500" noProof="1" dirty="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(</a:t>
            </a:r>
            <a:r>
              <a:rPr lang="zh-TW" altLang="en-US" sz="1500" noProof="1" dirty="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隸屬該異動員工成員</a:t>
            </a:r>
            <a:r>
              <a:rPr lang="en-US" altLang="zh-TW" sz="1500" noProof="1" dirty="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)</a:t>
            </a:r>
            <a:endParaRPr lang="zh-TW" altLang="en-US" sz="1500" noProof="1" dirty="0"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+mn-ea"/>
            </a:endParaRPr>
          </a:p>
          <a:p>
            <a:pPr marL="800100" lvl="1" indent="-342900" fontAlgn="base">
              <a:buFont typeface="Wingdings" panose="05000000000000000000" charset="0"/>
              <a:buChar char="ü"/>
            </a:pPr>
            <a:r>
              <a:rPr lang="zh-TW" altLang="en-US" sz="1500" strike="noStrike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直屬主管</a:t>
            </a:r>
            <a:endParaRPr lang="zh-TW" altLang="en-US" sz="1500" strike="noStrike" noProof="1" dirty="0">
              <a:latin typeface="Microsoft YaHei" panose="020B0503020204020204" charset="-122"/>
              <a:ea typeface="Microsoft YaHei" panose="020B0503020204020204" charset="-122"/>
              <a:sym typeface="+mn-ea"/>
            </a:endParaRPr>
          </a:p>
          <a:p>
            <a:pPr marL="800100" lvl="1" indent="-342900" fontAlgn="base">
              <a:buFont typeface="Wingdings" panose="05000000000000000000" charset="0"/>
              <a:buChar char="ü"/>
            </a:pPr>
            <a:r>
              <a:rPr lang="zh-TW" altLang="en-US" sz="1500" strike="noStrike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代理人</a:t>
            </a:r>
            <a:endParaRPr lang="zh-TW" altLang="en-US" sz="1500" strike="noStrike" noProof="1" dirty="0">
              <a:latin typeface="Microsoft YaHei" panose="020B0503020204020204" charset="-122"/>
              <a:ea typeface="Microsoft YaHei" panose="020B0503020204020204" charset="-122"/>
              <a:sym typeface="+mn-ea"/>
            </a:endParaRPr>
          </a:p>
          <a:p>
            <a:pPr marL="342900" indent="-342900">
              <a:buFont typeface="+mj-lt"/>
              <a:buAutoNum type="arabicPeriod"/>
            </a:pPr>
            <a:endParaRPr lang="zh-TW" altLang="en-US" sz="1500" noProof="1" dirty="0">
              <a:latin typeface="Microsoft YaHei" panose="020B0503020204020204" charset="-122"/>
              <a:ea typeface="Microsoft YaHei" panose="020B0503020204020204" charset="-122"/>
              <a:sym typeface="+mn-ea"/>
            </a:endParaRPr>
          </a:p>
          <a:p>
            <a:pPr marL="342900" indent="-342900">
              <a:buFont typeface="+mj-lt"/>
              <a:buAutoNum type="arabicPeriod"/>
            </a:pPr>
            <a:r>
              <a:rPr lang="zh-TW" altLang="en-US" sz="1500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離職員工資料維護作業</a:t>
            </a:r>
            <a:endParaRPr lang="zh-TW" altLang="en-US" sz="1500" noProof="1" dirty="0">
              <a:latin typeface="Microsoft YaHei" panose="020B0503020204020204" charset="-122"/>
              <a:ea typeface="Microsoft YaHei" panose="020B0503020204020204" charset="-122"/>
              <a:sym typeface="+mn-ea"/>
            </a:endParaRPr>
          </a:p>
          <a:p>
            <a:pPr marL="342900" indent="-342900">
              <a:buFont typeface="+mj-lt"/>
              <a:buAutoNum type="arabicPeriod"/>
            </a:pPr>
            <a:r>
              <a:rPr lang="zh-TW" altLang="en-US" sz="1500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離職員工原稿授權作業</a:t>
            </a:r>
            <a:r>
              <a:rPr kumimoji="1" lang="zh-TW" altLang="en-US" sz="1500" noProof="0" dirty="0">
                <a:solidFill>
                  <a:srgbClr val="002060"/>
                </a:solidFill>
                <a:latin typeface="Microsoft YaHei" panose="020B0503020204020204" charset="-122"/>
                <a:ea typeface="新細明體" panose="02020500000000000000" pitchFamily="18" charset="-120"/>
                <a:cs typeface="Microsoft YaHei" panose="020B0503020204020204" charset="-122"/>
                <a:sym typeface="+mn-ea"/>
              </a:rPr>
              <a:t> </a:t>
            </a:r>
            <a:endParaRPr kumimoji="1" lang="zh-TW" altLang="en-US" sz="1500" noProof="0" dirty="0">
              <a:solidFill>
                <a:srgbClr val="002060"/>
              </a:solidFill>
              <a:latin typeface="Microsoft YaHei" panose="020B0503020204020204" charset="-122"/>
              <a:cs typeface="Microsoft YaHei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000" fill="hold"/>
                                        <p:tgtEl>
                                          <p:spTgt spid="4">
                                            <p:txEl>
                                              <p:charRg st="99" end="1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4817" name="圖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4813" y="1079500"/>
            <a:ext cx="8667750" cy="36464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4818" name="標題 1"/>
          <p:cNvSpPr>
            <a:spLocks noGrp="1"/>
          </p:cNvSpPr>
          <p:nvPr>
            <p:ph type="title"/>
          </p:nvPr>
        </p:nvSpPr>
        <p:spPr>
          <a:xfrm>
            <a:off x="404813" y="539750"/>
            <a:ext cx="8369300" cy="539750"/>
          </a:xfrm>
        </p:spPr>
        <p:txBody>
          <a:bodyPr lIns="101600" tIns="38100" rIns="76200" bIns="38100" anchor="ctr" anchorCtr="0"/>
          <a:p>
            <a:pPr indent="0" defTabSz="685800">
              <a:buNone/>
            </a:pPr>
            <a:r>
              <a:rPr lang="zh-TW" altLang="en-US" kern="1200" normalizeH="0" baseline="0">
                <a:latin typeface="+mj-lt"/>
                <a:ea typeface="+mj-ea"/>
                <a:cs typeface="+mj-cs"/>
                <a:sym typeface="Microsoft YaHei" panose="020B0503020204020204" charset="-122"/>
              </a:rPr>
              <a:t>職務、職稱簽核表單</a:t>
            </a:r>
            <a:endParaRPr lang="zh-TW" altLang="en-US" kern="1200" normalizeH="0" baseline="0">
              <a:latin typeface="+mj-lt"/>
              <a:ea typeface="+mj-ea"/>
              <a:cs typeface="+mj-cs"/>
              <a:sym typeface="Microsoft YaHei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04813" y="3567113"/>
            <a:ext cx="4095750" cy="4365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350" b="0" i="0" u="none" strike="noStrike" kern="1200" cap="none" spc="0" normalizeH="0" baseline="0" noProof="0" smtClean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8" name="群組 7"/>
          <p:cNvGrpSpPr/>
          <p:nvPr/>
        </p:nvGrpSpPr>
        <p:grpSpPr>
          <a:xfrm>
            <a:off x="4672013" y="3244850"/>
            <a:ext cx="2463800" cy="1778000"/>
            <a:chOff x="7358" y="5110"/>
            <a:chExt cx="3880" cy="2800"/>
          </a:xfrm>
        </p:grpSpPr>
        <p:pic>
          <p:nvPicPr>
            <p:cNvPr id="34821" name="圖片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358" y="5110"/>
              <a:ext cx="3880" cy="2800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7" name="矩形 6"/>
            <p:cNvSpPr/>
            <p:nvPr/>
          </p:nvSpPr>
          <p:spPr>
            <a:xfrm>
              <a:off x="7516" y="6492"/>
              <a:ext cx="1992" cy="75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TW" altLang="en-US" sz="1350" b="0" i="0" u="none" strike="noStrike" kern="1200" cap="none" spc="0" normalizeH="0" baseline="0" noProof="0" smtClean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5841" name="圖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12963" y="1084263"/>
            <a:ext cx="6950075" cy="297656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5842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575" y="1079500"/>
            <a:ext cx="1844675" cy="40227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5843" name="標題 1"/>
          <p:cNvSpPr>
            <a:spLocks noGrp="1"/>
          </p:cNvSpPr>
          <p:nvPr>
            <p:ph type="title"/>
          </p:nvPr>
        </p:nvSpPr>
        <p:spPr>
          <a:xfrm>
            <a:off x="404813" y="539750"/>
            <a:ext cx="8369300" cy="539750"/>
          </a:xfrm>
        </p:spPr>
        <p:txBody>
          <a:bodyPr lIns="101600" tIns="38100" rIns="76200" bIns="38100" anchor="ctr" anchorCtr="0"/>
          <a:p>
            <a:pPr indent="0" defTabSz="685800">
              <a:buNone/>
            </a:pPr>
            <a:r>
              <a:rPr lang="zh-TW" altLang="zh-CN" kern="1200" normalizeH="0" baseline="0">
                <a:latin typeface="+mj-lt"/>
                <a:ea typeface="+mj-ea"/>
                <a:cs typeface="+mj-cs"/>
                <a:sym typeface="Microsoft YaHei" panose="020B0503020204020204" charset="-122"/>
              </a:rPr>
              <a:t>流程設定精靈</a:t>
            </a:r>
            <a:endParaRPr lang="zh-TW" altLang="zh-CN" kern="1200" normalizeH="0" baseline="0">
              <a:latin typeface="+mj-lt"/>
              <a:ea typeface="+mj-ea"/>
              <a:cs typeface="+mj-cs"/>
              <a:sym typeface="Microsoft YaHei" panose="020B050302020402020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39725" y="3282950"/>
            <a:ext cx="1660525" cy="4635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350" b="0" i="0" u="none" strike="noStrike" kern="1200" cap="none" spc="0" normalizeH="0" baseline="0" noProof="0" smtClean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627563" y="1749425"/>
            <a:ext cx="2944813" cy="3730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350" b="0" i="0" u="none" strike="noStrike" kern="1200" cap="none" spc="0" normalizeH="0" baseline="0" noProof="0" smtClean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5846" name="文字方塊 14"/>
          <p:cNvSpPr txBox="1"/>
          <p:nvPr/>
        </p:nvSpPr>
        <p:spPr>
          <a:xfrm>
            <a:off x="2239963" y="2476500"/>
            <a:ext cx="2744787" cy="552450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TW" altLang="zh-TW" sz="1500" dirty="0">
                <a:solidFill>
                  <a:srgbClr val="002060"/>
                </a:solidFill>
                <a:latin typeface="Microsoft YaHei" panose="020B0503020204020204" charset="-122"/>
                <a:ea typeface="Microsoft YaHei" panose="020B0503020204020204" charset="-122"/>
                <a:sym typeface="Microsoft YaHei" panose="020B0503020204020204" charset="-122"/>
              </a:rPr>
              <a:t>『子流程』會查到</a:t>
            </a:r>
            <a:endParaRPr lang="zh-TW" altLang="zh-TW" sz="1500" dirty="0">
              <a:solidFill>
                <a:srgbClr val="002060"/>
              </a:solidFill>
              <a:latin typeface="Microsoft YaHei" panose="020B0503020204020204" charset="-122"/>
              <a:ea typeface="Microsoft YaHei" panose="020B0503020204020204" charset="-122"/>
              <a:sym typeface="Microsoft YaHei" panose="020B0503020204020204" charset="-122"/>
            </a:endParaRPr>
          </a:p>
          <a:p>
            <a:r>
              <a:rPr lang="zh-TW" altLang="zh-TW" sz="1500" dirty="0">
                <a:solidFill>
                  <a:srgbClr val="002060"/>
                </a:solidFill>
                <a:latin typeface="Microsoft YaHei" panose="020B0503020204020204" charset="-122"/>
                <a:ea typeface="Microsoft YaHei" panose="020B0503020204020204" charset="-122"/>
              </a:rPr>
              <a:t>流程角色：核決權限</a:t>
            </a:r>
            <a:endParaRPr lang="zh-TW" altLang="zh-TW" sz="1500" dirty="0">
              <a:solidFill>
                <a:srgbClr val="00206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449513" y="2197100"/>
            <a:ext cx="823913" cy="12541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350" b="0" i="0" u="none" strike="noStrike" kern="1200" cap="none" spc="0" normalizeH="0" baseline="0" noProof="0" smtClean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5848" name="文字方塊 10"/>
          <p:cNvSpPr txBox="1"/>
          <p:nvPr/>
        </p:nvSpPr>
        <p:spPr>
          <a:xfrm>
            <a:off x="5343525" y="4060825"/>
            <a:ext cx="1897063" cy="320675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 wrap="none" anchor="t" anchorCtr="0">
            <a:spAutoFit/>
          </a:bodyPr>
          <a:p>
            <a:r>
              <a:rPr lang="zh-TW" altLang="zh-TW" sz="1500" dirty="0">
                <a:solidFill>
                  <a:srgbClr val="002060"/>
                </a:solidFill>
                <a:latin typeface="Microsoft YaHei" panose="020B0503020204020204" charset="-122"/>
                <a:ea typeface="Microsoft YaHei" panose="020B0503020204020204" charset="-122"/>
                <a:sym typeface="Microsoft YaHei" panose="020B0503020204020204" charset="-122"/>
              </a:rPr>
              <a:t>調整子流程簽核人員</a:t>
            </a:r>
            <a:endParaRPr lang="zh-TW" altLang="zh-TW" sz="1500" dirty="0">
              <a:solidFill>
                <a:srgbClr val="00206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39725" y="4852988"/>
            <a:ext cx="1660525" cy="24923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350" b="0" i="0" u="none" strike="noStrike" kern="1200" cap="none" spc="0" normalizeH="0" baseline="0" noProof="0" smtClean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6269038" y="3582988"/>
            <a:ext cx="541338" cy="3016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350" b="0" i="0" u="none" strike="noStrike" kern="1200" cap="none" spc="0" normalizeH="0" baseline="0" noProof="0" smtClean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19" name="群組 18"/>
          <p:cNvGrpSpPr/>
          <p:nvPr/>
        </p:nvGrpSpPr>
        <p:grpSpPr>
          <a:xfrm>
            <a:off x="2112963" y="3068638"/>
            <a:ext cx="4899025" cy="2112962"/>
            <a:chOff x="3327" y="4606"/>
            <a:chExt cx="7716" cy="3328"/>
          </a:xfrm>
        </p:grpSpPr>
        <p:pic>
          <p:nvPicPr>
            <p:cNvPr id="35852" name="圖片 1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27" y="4606"/>
              <a:ext cx="7716" cy="3328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矩形 15"/>
            <p:cNvSpPr/>
            <p:nvPr/>
          </p:nvSpPr>
          <p:spPr>
            <a:xfrm>
              <a:off x="4678" y="4606"/>
              <a:ext cx="1003" cy="36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TW" altLang="en-US" sz="1350" b="0" i="0" u="none" strike="noStrike" kern="1200" cap="none" spc="0" normalizeH="0" baseline="0" noProof="0" smtClean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3857" y="5642"/>
              <a:ext cx="2438" cy="16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TW" altLang="en-US" sz="1350" b="0" i="0" u="none" strike="noStrike" kern="1200" cap="none" spc="0" normalizeH="0" baseline="0" noProof="0" smtClean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7434" y="5798"/>
              <a:ext cx="3292" cy="59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TW" altLang="en-US" sz="1350" b="0" i="0" u="none" strike="noStrike" kern="1200" cap="none" spc="0" normalizeH="0" baseline="0" noProof="0" smtClean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04813" y="539750"/>
            <a:ext cx="8369300" cy="539750"/>
          </a:xfrm>
        </p:spPr>
        <p:txBody>
          <a:bodyPr lIns="101600" tIns="38100" rIns="76200" bIns="38100" rtlCol="0" anchor="ctr" anchorCtr="0">
            <a:noAutofit/>
          </a:bodyPr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TW" altLang="en-US" sz="2400" b="1" i="0" u="none" strike="noStrike" kern="1200" cap="none" spc="300" normalizeH="0" baseline="0" noProof="1">
                <a:solidFill>
                  <a:srgbClr val="41B6E7"/>
                </a:solidFill>
                <a:uFillTx/>
                <a:latin typeface="Microsoft YaHei" panose="020B0503020204020204" charset="-122"/>
                <a:ea typeface="Microsoft YaHei" panose="020B0503020204020204" charset="-122"/>
                <a:cs typeface="+mj-cs"/>
                <a:sym typeface="+mn-ea"/>
              </a:rPr>
              <a:t>人員離職/異動執行程序</a:t>
            </a:r>
            <a:endParaRPr kumimoji="0" lang="zh-TW" altLang="en-US" sz="2400" b="1" i="0" u="none" strike="noStrike" kern="1200" cap="none" spc="200" normalizeH="0" baseline="0" noProof="1">
              <a:solidFill>
                <a:srgbClr val="41B6E7"/>
              </a:solidFill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490538" y="1143000"/>
            <a:ext cx="6691313" cy="37846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TW" altLang="en-US" sz="1500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檢核步驟如下：</a:t>
            </a:r>
            <a:endParaRPr lang="zh-TW" altLang="en-US" sz="1500" noProof="1" dirty="0">
              <a:latin typeface="Microsoft YaHei" panose="020B0503020204020204" charset="-122"/>
              <a:ea typeface="Microsoft YaHei" panose="020B0503020204020204" charset="-122"/>
              <a:sym typeface="+mn-ea"/>
            </a:endParaRPr>
          </a:p>
          <a:p>
            <a:endParaRPr kumimoji="1" lang="zh-TW" altLang="en-US" sz="1500" noProof="0" dirty="0">
              <a:solidFill>
                <a:srgbClr val="00206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 marL="342900" indent="-342900">
              <a:buFont typeface="+mj-lt"/>
              <a:buAutoNum type="arabicPeriod"/>
            </a:pPr>
            <a:r>
              <a:rPr lang="zh-TW" altLang="en-US" sz="1500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員工資料維護作業-查詢流程設</a:t>
            </a:r>
            <a:r>
              <a:rPr lang="zh-TW" altLang="en-US" sz="1500" noProof="1" dirty="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定</a:t>
            </a:r>
            <a:r>
              <a:rPr lang="en-US" altLang="zh-TW" sz="1500" noProof="1" dirty="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(</a:t>
            </a:r>
            <a:r>
              <a:rPr lang="zh-TW" altLang="en-US" sz="1500" noProof="1" dirty="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異動員工</a:t>
            </a:r>
            <a:r>
              <a:rPr lang="en-US" altLang="zh-TW" sz="1500" noProof="1" dirty="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)</a:t>
            </a:r>
            <a:endParaRPr lang="zh-TW" altLang="en-US" sz="1500" noProof="1" dirty="0"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+mn-ea"/>
            </a:endParaRPr>
          </a:p>
          <a:p>
            <a:pPr marL="800100" lvl="1" indent="-342900" fontAlgn="base">
              <a:buFont typeface="Wingdings" panose="05000000000000000000" charset="0"/>
              <a:buChar char="ü"/>
            </a:pPr>
            <a:r>
              <a:rPr lang="zh-TW" altLang="en-US" sz="1500" strike="noStrike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部門、專案、標準群組</a:t>
            </a:r>
            <a:r>
              <a:rPr lang="zh-TW" altLang="en-US" sz="1500" strike="noStrike" noProof="1" dirty="0">
                <a:latin typeface="Arial" panose="020B0604020202020204" pitchFamily="34" charset="0"/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→</a:t>
            </a:r>
            <a:r>
              <a:rPr lang="zh-TW" altLang="en-US" sz="1500" strike="noStrike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組織資料維護作業、標準群組維護作業</a:t>
            </a:r>
            <a:endParaRPr lang="zh-TW" altLang="en-US" sz="1500" strike="noStrike" noProof="1" dirty="0">
              <a:latin typeface="Microsoft YaHei" panose="020B0503020204020204" charset="-122"/>
              <a:ea typeface="Microsoft YaHei" panose="020B0503020204020204" charset="-122"/>
              <a:sym typeface="+mn-ea"/>
            </a:endParaRPr>
          </a:p>
          <a:p>
            <a:pPr marL="800100" lvl="1" indent="-342900" fontAlgn="base">
              <a:buFont typeface="Wingdings" panose="05000000000000000000" charset="0"/>
              <a:buChar char="ü"/>
            </a:pPr>
            <a:r>
              <a:rPr lang="zh-TW" altLang="en-US" sz="1500" strike="noStrike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流程設定</a:t>
            </a:r>
            <a:r>
              <a:rPr lang="zh-TW" altLang="en-US" sz="1500" strike="noStrike" noProof="1" dirty="0">
                <a:latin typeface="Arial" panose="020B0604020202020204" pitchFamily="34" charset="0"/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→</a:t>
            </a:r>
            <a:r>
              <a:rPr lang="zh-TW" altLang="en-US" sz="1500" strike="noStrike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流程設定精靈</a:t>
            </a:r>
            <a:endParaRPr lang="zh-TW" altLang="en-US" sz="1500" strike="noStrike" noProof="1" dirty="0">
              <a:latin typeface="Microsoft YaHei" panose="020B0503020204020204" charset="-122"/>
              <a:ea typeface="Microsoft YaHei" panose="020B0503020204020204" charset="-122"/>
              <a:sym typeface="+mn-ea"/>
            </a:endParaRPr>
          </a:p>
          <a:p>
            <a:pPr marL="800100" lvl="1" indent="-342900" fontAlgn="base">
              <a:buFont typeface="Wingdings" panose="05000000000000000000" charset="0"/>
              <a:buChar char="ü"/>
            </a:pPr>
            <a:r>
              <a:rPr lang="zh-TW" altLang="en-US" sz="1500" strike="noStrike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簽核表單</a:t>
            </a:r>
            <a:r>
              <a:rPr lang="zh-TW" altLang="en-US" sz="1500" strike="noStrike" noProof="1" dirty="0">
                <a:latin typeface="Arial" panose="020B0604020202020204" pitchFamily="34" charset="0"/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→</a:t>
            </a:r>
            <a:r>
              <a:rPr lang="zh-TW" altLang="en-US" sz="1500" strike="noStrike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簽核代理人設定作業</a:t>
            </a:r>
            <a:endParaRPr lang="zh-TW" altLang="en-US" sz="1500" strike="noStrike" noProof="1" dirty="0">
              <a:latin typeface="Microsoft YaHei" panose="020B0503020204020204" charset="-122"/>
              <a:ea typeface="Microsoft YaHei" panose="020B0503020204020204" charset="-122"/>
              <a:sym typeface="+mn-ea"/>
            </a:endParaRPr>
          </a:p>
          <a:p>
            <a:pPr marL="800100" lvl="1" indent="-342900" fontAlgn="base">
              <a:buFont typeface="Wingdings" panose="05000000000000000000" charset="0"/>
              <a:buChar char="ü"/>
            </a:pPr>
            <a:r>
              <a:rPr lang="zh-TW" altLang="en-US" sz="1500" strike="noStrike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職務職稱</a:t>
            </a:r>
            <a:r>
              <a:rPr lang="zh-TW" altLang="en-US" sz="1500" strike="noStrike" noProof="1" dirty="0">
                <a:latin typeface="Arial" panose="020B0604020202020204" pitchFamily="34" charset="0"/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→</a:t>
            </a:r>
            <a:r>
              <a:rPr lang="zh-TW" altLang="en-US" sz="1500" strike="noStrike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流程設定精靈</a:t>
            </a:r>
            <a:endParaRPr lang="zh-TW" altLang="en-US" sz="1500" strike="noStrike" noProof="1" dirty="0">
              <a:latin typeface="Microsoft YaHei" panose="020B0503020204020204" charset="-122"/>
              <a:ea typeface="Microsoft YaHei" panose="020B0503020204020204" charset="-122"/>
              <a:sym typeface="+mn-ea"/>
            </a:endParaRPr>
          </a:p>
          <a:p>
            <a:pPr marL="800100" lvl="1" indent="-342900" fontAlgn="base">
              <a:buFont typeface="Wingdings" panose="05000000000000000000" charset="0"/>
              <a:buChar char="ü"/>
            </a:pPr>
            <a:r>
              <a:rPr lang="zh-TW" altLang="en-US" sz="1500" strike="noStrike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子流程</a:t>
            </a:r>
            <a:r>
              <a:rPr lang="zh-TW" altLang="en-US" sz="1500" strike="noStrike" noProof="1" dirty="0">
                <a:latin typeface="Arial" panose="020B0604020202020204" pitchFamily="34" charset="0"/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→</a:t>
            </a:r>
            <a:r>
              <a:rPr lang="zh-TW" altLang="en-US" sz="1500" strike="noStrike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流程設定精靈</a:t>
            </a:r>
            <a:endParaRPr lang="zh-TW" altLang="en-US" sz="1500" strike="noStrike" noProof="1" dirty="0">
              <a:latin typeface="Microsoft YaHei" panose="020B0503020204020204" charset="-122"/>
              <a:ea typeface="Microsoft YaHei" panose="020B0503020204020204" charset="-122"/>
              <a:sym typeface="+mn-ea"/>
            </a:endParaRPr>
          </a:p>
          <a:p>
            <a:pPr marL="800100" lvl="1" indent="-342900" fontAlgn="base">
              <a:buFont typeface="Wingdings" panose="05000000000000000000" charset="0"/>
              <a:buChar char="ü"/>
            </a:pPr>
            <a:r>
              <a:rPr lang="zh-TW" altLang="en-US" sz="1500" strike="noStrike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動態參數群組成員</a:t>
            </a:r>
            <a:r>
              <a:rPr lang="zh-TW" altLang="en-US" sz="1500" strike="noStrike" noProof="1" dirty="0">
                <a:latin typeface="Arial" panose="020B0604020202020204" pitchFamily="34" charset="0"/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→</a:t>
            </a:r>
            <a:r>
              <a:rPr lang="zh-TW" altLang="en-US" sz="1500" strike="noStrike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流程設定精靈</a:t>
            </a:r>
            <a:endParaRPr lang="zh-TW" altLang="en-US" sz="1500" strike="noStrike" noProof="1" dirty="0">
              <a:latin typeface="Microsoft YaHei" panose="020B0503020204020204" charset="-122"/>
              <a:ea typeface="Microsoft YaHei" panose="020B0503020204020204" charset="-122"/>
              <a:sym typeface="+mn-ea"/>
            </a:endParaRPr>
          </a:p>
          <a:p>
            <a:pPr marL="342900" indent="-342900">
              <a:buFont typeface="+mj-lt"/>
              <a:buAutoNum type="arabicPeriod"/>
            </a:pPr>
            <a:endParaRPr lang="zh-TW" altLang="en-US" sz="1500" noProof="1" dirty="0">
              <a:latin typeface="Microsoft YaHei" panose="020B0503020204020204" charset="-122"/>
              <a:ea typeface="Microsoft YaHei" panose="020B0503020204020204" charset="-122"/>
              <a:sym typeface="+mn-ea"/>
            </a:endParaRPr>
          </a:p>
          <a:p>
            <a:pPr marL="342900" indent="-342900">
              <a:buFont typeface="+mj-lt"/>
              <a:buAutoNum type="arabicPeriod"/>
            </a:pPr>
            <a:r>
              <a:rPr lang="zh-TW" altLang="en-US" sz="1500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員工資料維護作業</a:t>
            </a:r>
            <a:r>
              <a:rPr lang="en-US" altLang="zh-TW" sz="1500" noProof="1" dirty="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-</a:t>
            </a:r>
            <a:r>
              <a:rPr lang="zh-TW" altLang="en-US" sz="1500" noProof="1" dirty="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基本資料</a:t>
            </a:r>
            <a:r>
              <a:rPr lang="en-US" altLang="zh-TW" sz="1500" noProof="1" dirty="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(</a:t>
            </a:r>
            <a:r>
              <a:rPr lang="zh-TW" altLang="en-US" sz="1500" noProof="1" dirty="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隸屬該異動員工成員</a:t>
            </a:r>
            <a:r>
              <a:rPr lang="en-US" altLang="zh-TW" sz="1500" noProof="1" dirty="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)</a:t>
            </a:r>
            <a:endParaRPr lang="zh-TW" altLang="en-US" sz="1500" noProof="1" dirty="0"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+mn-ea"/>
            </a:endParaRPr>
          </a:p>
          <a:p>
            <a:pPr marL="800100" lvl="1" indent="-342900" fontAlgn="base">
              <a:buFont typeface="Wingdings" panose="05000000000000000000" charset="0"/>
              <a:buChar char="ü"/>
            </a:pPr>
            <a:r>
              <a:rPr lang="zh-TW" altLang="en-US" sz="1500" strike="noStrike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直屬主管</a:t>
            </a:r>
            <a:endParaRPr lang="zh-TW" altLang="en-US" sz="1500" strike="noStrike" noProof="1" dirty="0">
              <a:latin typeface="Microsoft YaHei" panose="020B0503020204020204" charset="-122"/>
              <a:ea typeface="Microsoft YaHei" panose="020B0503020204020204" charset="-122"/>
              <a:sym typeface="+mn-ea"/>
            </a:endParaRPr>
          </a:p>
          <a:p>
            <a:pPr marL="800100" lvl="1" indent="-342900" fontAlgn="base">
              <a:buFont typeface="Wingdings" panose="05000000000000000000" charset="0"/>
              <a:buChar char="ü"/>
            </a:pPr>
            <a:r>
              <a:rPr lang="zh-TW" altLang="en-US" sz="1500" strike="noStrike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代理人</a:t>
            </a:r>
            <a:endParaRPr lang="zh-TW" altLang="en-US" sz="1500" strike="noStrike" noProof="1" dirty="0">
              <a:latin typeface="Microsoft YaHei" panose="020B0503020204020204" charset="-122"/>
              <a:ea typeface="Microsoft YaHei" panose="020B0503020204020204" charset="-122"/>
              <a:sym typeface="+mn-ea"/>
            </a:endParaRPr>
          </a:p>
          <a:p>
            <a:pPr marL="342900" indent="-342900">
              <a:buFont typeface="+mj-lt"/>
              <a:buAutoNum type="arabicPeriod"/>
            </a:pPr>
            <a:endParaRPr lang="zh-TW" altLang="en-US" sz="1500" noProof="1" dirty="0">
              <a:latin typeface="Microsoft YaHei" panose="020B0503020204020204" charset="-122"/>
              <a:ea typeface="Microsoft YaHei" panose="020B0503020204020204" charset="-122"/>
              <a:sym typeface="+mn-ea"/>
            </a:endParaRPr>
          </a:p>
          <a:p>
            <a:pPr marL="342900" indent="-342900">
              <a:buFont typeface="+mj-lt"/>
              <a:buAutoNum type="arabicPeriod"/>
            </a:pPr>
            <a:r>
              <a:rPr lang="zh-TW" altLang="en-US" sz="1500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離職員工資料維護作業</a:t>
            </a:r>
            <a:endParaRPr lang="zh-TW" altLang="en-US" sz="1500" noProof="1" dirty="0">
              <a:latin typeface="Microsoft YaHei" panose="020B0503020204020204" charset="-122"/>
              <a:ea typeface="Microsoft YaHei" panose="020B0503020204020204" charset="-122"/>
              <a:sym typeface="+mn-ea"/>
            </a:endParaRPr>
          </a:p>
          <a:p>
            <a:pPr marL="342900" indent="-342900">
              <a:buFont typeface="+mj-lt"/>
              <a:buAutoNum type="arabicPeriod"/>
            </a:pPr>
            <a:r>
              <a:rPr lang="zh-TW" altLang="en-US" sz="1500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離職員工原稿授權作業</a:t>
            </a:r>
            <a:r>
              <a:rPr kumimoji="1" lang="zh-TW" altLang="en-US" sz="1500" noProof="0" dirty="0">
                <a:solidFill>
                  <a:srgbClr val="002060"/>
                </a:solidFill>
                <a:latin typeface="Microsoft YaHei" panose="020B0503020204020204" charset="-122"/>
                <a:ea typeface="新細明體" panose="02020500000000000000" pitchFamily="18" charset="-120"/>
                <a:cs typeface="Microsoft YaHei" panose="020B0503020204020204" charset="-122"/>
                <a:sym typeface="+mn-ea"/>
              </a:rPr>
              <a:t> </a:t>
            </a:r>
            <a:endParaRPr kumimoji="1" lang="zh-TW" altLang="en-US" sz="1500" noProof="0" dirty="0">
              <a:solidFill>
                <a:srgbClr val="002060"/>
              </a:solidFill>
              <a:latin typeface="Microsoft YaHei" panose="020B0503020204020204" charset="-122"/>
              <a:cs typeface="Microsoft YaHei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000" fill="hold"/>
                                        <p:tgtEl>
                                          <p:spTgt spid="4">
                                            <p:txEl>
                                              <p:charRg st="110" end="1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7889" name="圖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4813" y="1079500"/>
            <a:ext cx="8667750" cy="36464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7890" name="標題 1"/>
          <p:cNvSpPr>
            <a:spLocks noGrp="1"/>
          </p:cNvSpPr>
          <p:nvPr>
            <p:ph type="title"/>
          </p:nvPr>
        </p:nvSpPr>
        <p:spPr>
          <a:xfrm>
            <a:off x="404813" y="539750"/>
            <a:ext cx="8369300" cy="539750"/>
          </a:xfrm>
        </p:spPr>
        <p:txBody>
          <a:bodyPr lIns="101600" tIns="38100" rIns="76200" bIns="38100" anchor="ctr" anchorCtr="0"/>
          <a:p>
            <a:pPr indent="0" defTabSz="685800">
              <a:buNone/>
            </a:pPr>
            <a:r>
              <a:rPr lang="zh-TW" altLang="en-US" kern="1200" normalizeH="0" baseline="0">
                <a:latin typeface="+mj-lt"/>
                <a:ea typeface="+mj-ea"/>
                <a:cs typeface="+mj-cs"/>
                <a:sym typeface="Microsoft YaHei" panose="020B0503020204020204" charset="-122"/>
              </a:rPr>
              <a:t>職務、職稱簽核表單</a:t>
            </a:r>
            <a:endParaRPr lang="zh-TW" altLang="en-US" kern="1200" normalizeH="0" baseline="0">
              <a:latin typeface="+mj-lt"/>
              <a:ea typeface="+mj-ea"/>
              <a:cs typeface="+mj-cs"/>
              <a:sym typeface="Microsoft YaHei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04813" y="4035425"/>
            <a:ext cx="4095750" cy="4365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350" b="0" i="0" u="none" strike="noStrike" kern="1200" cap="none" spc="0" normalizeH="0" baseline="0" noProof="0" smtClean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10" name="群組 9"/>
          <p:cNvGrpSpPr/>
          <p:nvPr/>
        </p:nvGrpSpPr>
        <p:grpSpPr>
          <a:xfrm>
            <a:off x="4799013" y="3236913"/>
            <a:ext cx="2971800" cy="1778000"/>
            <a:chOff x="7557" y="5097"/>
            <a:chExt cx="4680" cy="2800"/>
          </a:xfrm>
        </p:grpSpPr>
        <p:pic>
          <p:nvPicPr>
            <p:cNvPr id="37893" name="圖片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557" y="5097"/>
              <a:ext cx="4680" cy="2800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9" name="矩形 8"/>
            <p:cNvSpPr/>
            <p:nvPr/>
          </p:nvSpPr>
          <p:spPr>
            <a:xfrm>
              <a:off x="7703" y="6443"/>
              <a:ext cx="2590" cy="71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TW" altLang="en-US" sz="1350" b="0" i="0" u="none" strike="noStrike" kern="1200" cap="none" spc="0" normalizeH="0" baseline="0" noProof="0" smtClean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38913" name="物件 12"/>
          <p:cNvGraphicFramePr/>
          <p:nvPr/>
        </p:nvGraphicFramePr>
        <p:xfrm>
          <a:off x="2257425" y="1079500"/>
          <a:ext cx="6769100" cy="175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9423400" imgH="2832100" progId="Paint.Picture">
                  <p:embed/>
                </p:oleObj>
              </mc:Choice>
              <mc:Fallback>
                <p:oleObj name="" r:id="rId1" imgW="9423400" imgH="2832100" progId="Paint.Picture">
                  <p:embed/>
                  <p:pic>
                    <p:nvPicPr>
                      <p:cNvPr id="0" name="圖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257425" y="1079500"/>
                        <a:ext cx="6769100" cy="17573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14" name="標題 1"/>
          <p:cNvSpPr>
            <a:spLocks noGrp="1"/>
          </p:cNvSpPr>
          <p:nvPr>
            <p:ph type="title"/>
          </p:nvPr>
        </p:nvSpPr>
        <p:spPr>
          <a:xfrm>
            <a:off x="404813" y="539750"/>
            <a:ext cx="8369300" cy="539750"/>
          </a:xfrm>
        </p:spPr>
        <p:txBody>
          <a:bodyPr lIns="101600" tIns="38100" rIns="76200" bIns="38100" anchor="ctr" anchorCtr="0"/>
          <a:p>
            <a:pPr indent="0" defTabSz="685800">
              <a:buNone/>
            </a:pPr>
            <a:r>
              <a:rPr lang="zh-TW" altLang="zh-CN" kern="1200" normalizeH="0" baseline="0">
                <a:latin typeface="+mj-lt"/>
                <a:ea typeface="+mj-ea"/>
                <a:cs typeface="+mj-cs"/>
                <a:sym typeface="Microsoft YaHei" panose="020B0503020204020204" charset="-122"/>
              </a:rPr>
              <a:t>流程設定精靈</a:t>
            </a:r>
            <a:endParaRPr lang="zh-TW" altLang="zh-CN" kern="1200" normalizeH="0" baseline="0">
              <a:latin typeface="+mj-lt"/>
              <a:ea typeface="+mj-ea"/>
              <a:cs typeface="+mj-cs"/>
              <a:sym typeface="Microsoft YaHei" panose="020B0503020204020204" charset="-122"/>
            </a:endParaRPr>
          </a:p>
        </p:txBody>
      </p:sp>
      <p:pic>
        <p:nvPicPr>
          <p:cNvPr id="38915" name="圖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" y="1079500"/>
            <a:ext cx="2087563" cy="22621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矩形 9"/>
          <p:cNvSpPr/>
          <p:nvPr/>
        </p:nvSpPr>
        <p:spPr>
          <a:xfrm>
            <a:off x="482600" y="1649413"/>
            <a:ext cx="1517650" cy="2349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350" b="0" i="0" u="none" strike="noStrike" kern="1200" cap="none" spc="0" normalizeH="0" baseline="0" noProof="0" smtClean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691063" y="2041525"/>
            <a:ext cx="4337050" cy="6223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350" b="0" i="0" u="none" strike="noStrike" kern="1200" cap="none" spc="0" normalizeH="0" baseline="0" noProof="0" smtClean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8918" name="文字方塊 14"/>
          <p:cNvSpPr txBox="1"/>
          <p:nvPr/>
        </p:nvSpPr>
        <p:spPr>
          <a:xfrm>
            <a:off x="2257425" y="2787650"/>
            <a:ext cx="2743200" cy="554038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TW" altLang="zh-TW" sz="1500" dirty="0">
                <a:solidFill>
                  <a:srgbClr val="002060"/>
                </a:solidFill>
                <a:latin typeface="Microsoft YaHei" panose="020B0503020204020204" charset="-122"/>
                <a:ea typeface="Microsoft YaHei" panose="020B0503020204020204" charset="-122"/>
                <a:sym typeface="Microsoft YaHei" panose="020B0503020204020204" charset="-122"/>
              </a:rPr>
              <a:t>『動態參數群組成員』會查到</a:t>
            </a:r>
            <a:endParaRPr lang="zh-TW" altLang="zh-TW" sz="1500" dirty="0">
              <a:solidFill>
                <a:srgbClr val="002060"/>
              </a:solidFill>
              <a:latin typeface="Microsoft YaHei" panose="020B0503020204020204" charset="-122"/>
              <a:ea typeface="Microsoft YaHei" panose="020B0503020204020204" charset="-122"/>
              <a:sym typeface="Microsoft YaHei" panose="020B0503020204020204" charset="-122"/>
            </a:endParaRPr>
          </a:p>
          <a:p>
            <a:r>
              <a:rPr lang="zh-TW" altLang="zh-TW" sz="1500" dirty="0">
                <a:solidFill>
                  <a:srgbClr val="002060"/>
                </a:solidFill>
                <a:latin typeface="Microsoft YaHei" panose="020B0503020204020204" charset="-122"/>
                <a:ea typeface="Microsoft YaHei" panose="020B0503020204020204" charset="-122"/>
              </a:rPr>
              <a:t>流程角色：動態參數流程</a:t>
            </a:r>
            <a:endParaRPr lang="zh-TW" altLang="zh-TW" sz="1500" dirty="0">
              <a:solidFill>
                <a:srgbClr val="00206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606675" y="2092325"/>
            <a:ext cx="666750" cy="857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350" b="0" i="0" u="none" strike="noStrike" kern="1200" cap="none" spc="0" normalizeH="0" baseline="0" noProof="0" smtClean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8920" name="文字方塊 10"/>
          <p:cNvSpPr txBox="1"/>
          <p:nvPr/>
        </p:nvSpPr>
        <p:spPr>
          <a:xfrm>
            <a:off x="6435725" y="2717800"/>
            <a:ext cx="1327150" cy="322263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 wrap="none" anchor="t" anchorCtr="0">
            <a:spAutoFit/>
          </a:bodyPr>
          <a:p>
            <a:r>
              <a:rPr lang="zh-TW" altLang="zh-TW" sz="1500" dirty="0">
                <a:solidFill>
                  <a:srgbClr val="002060"/>
                </a:solidFill>
                <a:latin typeface="Microsoft YaHei" panose="020B0503020204020204" charset="-122"/>
                <a:ea typeface="Microsoft YaHei" panose="020B0503020204020204" charset="-122"/>
                <a:sym typeface="Microsoft YaHei" panose="020B0503020204020204" charset="-122"/>
              </a:rPr>
              <a:t>調整簽核人員</a:t>
            </a:r>
            <a:endParaRPr lang="zh-TW" altLang="zh-TW" sz="1500" dirty="0">
              <a:solidFill>
                <a:srgbClr val="00206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04813" y="539750"/>
            <a:ext cx="8369300" cy="539750"/>
          </a:xfrm>
        </p:spPr>
        <p:txBody>
          <a:bodyPr lIns="101600" tIns="38100" rIns="76200" bIns="38100" rtlCol="0" anchor="ctr" anchorCtr="0">
            <a:noAutofit/>
          </a:bodyPr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TW" altLang="en-US" sz="2400" b="1" i="0" u="none" strike="noStrike" kern="1200" cap="none" spc="300" normalizeH="0" baseline="0" noProof="1">
                <a:solidFill>
                  <a:srgbClr val="41B6E7"/>
                </a:solidFill>
                <a:uFillTx/>
                <a:latin typeface="Microsoft YaHei" panose="020B0503020204020204" charset="-122"/>
                <a:ea typeface="Microsoft YaHei" panose="020B0503020204020204" charset="-122"/>
                <a:cs typeface="+mj-cs"/>
                <a:sym typeface="+mn-ea"/>
              </a:rPr>
              <a:t>人員離職/異動執行程序</a:t>
            </a:r>
            <a:endParaRPr kumimoji="0" lang="zh-TW" altLang="en-US" sz="2400" b="1" i="0" u="none" strike="noStrike" kern="1200" cap="none" spc="200" normalizeH="0" baseline="0" noProof="1">
              <a:solidFill>
                <a:srgbClr val="41B6E7"/>
              </a:solidFill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490538" y="1143000"/>
            <a:ext cx="6691313" cy="37846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TW" altLang="en-US" sz="1500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檢核步驟如下：</a:t>
            </a:r>
            <a:endParaRPr lang="zh-TW" altLang="en-US" sz="1500" noProof="1" dirty="0">
              <a:latin typeface="Microsoft YaHei" panose="020B0503020204020204" charset="-122"/>
              <a:ea typeface="Microsoft YaHei" panose="020B0503020204020204" charset="-122"/>
              <a:sym typeface="+mn-ea"/>
            </a:endParaRPr>
          </a:p>
          <a:p>
            <a:endParaRPr kumimoji="1" lang="zh-TW" altLang="en-US" sz="1500" noProof="0" dirty="0">
              <a:solidFill>
                <a:srgbClr val="00206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 marL="342900" indent="-342900">
              <a:buFont typeface="+mj-lt"/>
              <a:buAutoNum type="arabicPeriod"/>
            </a:pPr>
            <a:r>
              <a:rPr lang="zh-TW" altLang="en-US" sz="1500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員工資料維護作業-查詢流程設</a:t>
            </a:r>
            <a:r>
              <a:rPr lang="zh-TW" altLang="en-US" sz="1500" noProof="1" dirty="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定</a:t>
            </a:r>
            <a:r>
              <a:rPr lang="en-US" altLang="zh-TW" sz="1500" noProof="1" dirty="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(</a:t>
            </a:r>
            <a:r>
              <a:rPr lang="zh-TW" altLang="en-US" sz="1500" noProof="1" dirty="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異動員工</a:t>
            </a:r>
            <a:r>
              <a:rPr lang="en-US" altLang="zh-TW" sz="1500" noProof="1" dirty="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)</a:t>
            </a:r>
            <a:endParaRPr lang="zh-TW" altLang="en-US" sz="1500" noProof="1" dirty="0"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+mn-ea"/>
            </a:endParaRPr>
          </a:p>
          <a:p>
            <a:pPr marL="800100" lvl="1" indent="-342900" fontAlgn="base">
              <a:buFont typeface="Wingdings" panose="05000000000000000000" charset="0"/>
              <a:buChar char="ü"/>
            </a:pPr>
            <a:r>
              <a:rPr lang="zh-TW" altLang="en-US" sz="1500" strike="noStrike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部門、專案、標準群組</a:t>
            </a:r>
            <a:r>
              <a:rPr lang="zh-TW" altLang="en-US" sz="1500" strike="noStrike" noProof="1" dirty="0">
                <a:latin typeface="Arial" panose="020B0604020202020204" pitchFamily="34" charset="0"/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→</a:t>
            </a:r>
            <a:r>
              <a:rPr lang="zh-TW" altLang="en-US" sz="1500" strike="noStrike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組織資料維護作業、標準群組維護作業</a:t>
            </a:r>
            <a:endParaRPr lang="zh-TW" altLang="en-US" sz="1500" strike="noStrike" noProof="1" dirty="0">
              <a:latin typeface="Microsoft YaHei" panose="020B0503020204020204" charset="-122"/>
              <a:ea typeface="Microsoft YaHei" panose="020B0503020204020204" charset="-122"/>
              <a:sym typeface="+mn-ea"/>
            </a:endParaRPr>
          </a:p>
          <a:p>
            <a:pPr marL="800100" lvl="1" indent="-342900" fontAlgn="base">
              <a:buFont typeface="Wingdings" panose="05000000000000000000" charset="0"/>
              <a:buChar char="ü"/>
            </a:pPr>
            <a:r>
              <a:rPr lang="zh-TW" altLang="en-US" sz="1500" strike="noStrike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流程設定</a:t>
            </a:r>
            <a:r>
              <a:rPr lang="zh-TW" altLang="en-US" sz="1500" strike="noStrike" noProof="1" dirty="0">
                <a:latin typeface="Arial" panose="020B0604020202020204" pitchFamily="34" charset="0"/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→</a:t>
            </a:r>
            <a:r>
              <a:rPr lang="zh-TW" altLang="en-US" sz="1500" strike="noStrike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流程設定精靈</a:t>
            </a:r>
            <a:endParaRPr lang="zh-TW" altLang="en-US" sz="1500" strike="noStrike" noProof="1" dirty="0">
              <a:latin typeface="Microsoft YaHei" panose="020B0503020204020204" charset="-122"/>
              <a:ea typeface="Microsoft YaHei" panose="020B0503020204020204" charset="-122"/>
              <a:sym typeface="+mn-ea"/>
            </a:endParaRPr>
          </a:p>
          <a:p>
            <a:pPr marL="800100" lvl="1" indent="-342900" fontAlgn="base">
              <a:buFont typeface="Wingdings" panose="05000000000000000000" charset="0"/>
              <a:buChar char="ü"/>
            </a:pPr>
            <a:r>
              <a:rPr lang="zh-TW" altLang="en-US" sz="1500" strike="noStrike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簽核表單</a:t>
            </a:r>
            <a:r>
              <a:rPr lang="zh-TW" altLang="en-US" sz="1500" strike="noStrike" noProof="1" dirty="0">
                <a:latin typeface="Arial" panose="020B0604020202020204" pitchFamily="34" charset="0"/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→</a:t>
            </a:r>
            <a:r>
              <a:rPr lang="zh-TW" altLang="en-US" sz="1500" strike="noStrike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簽核代理人設定作業</a:t>
            </a:r>
            <a:endParaRPr lang="zh-TW" altLang="en-US" sz="1500" strike="noStrike" noProof="1" dirty="0">
              <a:latin typeface="Microsoft YaHei" panose="020B0503020204020204" charset="-122"/>
              <a:ea typeface="Microsoft YaHei" panose="020B0503020204020204" charset="-122"/>
              <a:sym typeface="+mn-ea"/>
            </a:endParaRPr>
          </a:p>
          <a:p>
            <a:pPr marL="800100" lvl="1" indent="-342900" fontAlgn="base">
              <a:buFont typeface="Wingdings" panose="05000000000000000000" charset="0"/>
              <a:buChar char="ü"/>
            </a:pPr>
            <a:r>
              <a:rPr lang="zh-TW" altLang="en-US" sz="1500" strike="noStrike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職務職稱</a:t>
            </a:r>
            <a:r>
              <a:rPr lang="zh-TW" altLang="en-US" sz="1500" strike="noStrike" noProof="1" dirty="0">
                <a:latin typeface="Arial" panose="020B0604020202020204" pitchFamily="34" charset="0"/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→</a:t>
            </a:r>
            <a:r>
              <a:rPr lang="zh-TW" altLang="en-US" sz="1500" strike="noStrike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流程設定精靈</a:t>
            </a:r>
            <a:endParaRPr lang="zh-TW" altLang="en-US" sz="1500" strike="noStrike" noProof="1" dirty="0">
              <a:latin typeface="Microsoft YaHei" panose="020B0503020204020204" charset="-122"/>
              <a:ea typeface="Microsoft YaHei" panose="020B0503020204020204" charset="-122"/>
              <a:sym typeface="+mn-ea"/>
            </a:endParaRPr>
          </a:p>
          <a:p>
            <a:pPr marL="800100" lvl="1" indent="-342900" fontAlgn="base">
              <a:buFont typeface="Wingdings" panose="05000000000000000000" charset="0"/>
              <a:buChar char="ü"/>
            </a:pPr>
            <a:r>
              <a:rPr lang="zh-TW" altLang="en-US" sz="1500" strike="noStrike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子流程</a:t>
            </a:r>
            <a:r>
              <a:rPr lang="zh-TW" altLang="en-US" sz="1500" strike="noStrike" noProof="1" dirty="0">
                <a:latin typeface="Arial" panose="020B0604020202020204" pitchFamily="34" charset="0"/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→</a:t>
            </a:r>
            <a:r>
              <a:rPr lang="zh-TW" altLang="en-US" sz="1500" strike="noStrike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流程設定精靈</a:t>
            </a:r>
            <a:endParaRPr lang="zh-TW" altLang="en-US" sz="1500" strike="noStrike" noProof="1" dirty="0">
              <a:latin typeface="Microsoft YaHei" panose="020B0503020204020204" charset="-122"/>
              <a:ea typeface="Microsoft YaHei" panose="020B0503020204020204" charset="-122"/>
              <a:sym typeface="+mn-ea"/>
            </a:endParaRPr>
          </a:p>
          <a:p>
            <a:pPr marL="800100" lvl="1" indent="-342900" fontAlgn="base">
              <a:buFont typeface="Wingdings" panose="05000000000000000000" charset="0"/>
              <a:buChar char="ü"/>
            </a:pPr>
            <a:r>
              <a:rPr lang="zh-TW" altLang="en-US" sz="1500" strike="noStrike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動態參數群組成員</a:t>
            </a:r>
            <a:r>
              <a:rPr lang="zh-TW" altLang="en-US" sz="1500" strike="noStrike" noProof="1" dirty="0">
                <a:latin typeface="Arial" panose="020B0604020202020204" pitchFamily="34" charset="0"/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→</a:t>
            </a:r>
            <a:r>
              <a:rPr lang="zh-TW" altLang="en-US" sz="1500" strike="noStrike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流程設定精靈</a:t>
            </a:r>
            <a:endParaRPr lang="zh-TW" altLang="en-US" sz="1500" strike="noStrike" noProof="1" dirty="0">
              <a:latin typeface="Microsoft YaHei" panose="020B0503020204020204" charset="-122"/>
              <a:ea typeface="Microsoft YaHei" panose="020B0503020204020204" charset="-122"/>
              <a:sym typeface="+mn-ea"/>
            </a:endParaRPr>
          </a:p>
          <a:p>
            <a:pPr marL="342900" indent="-342900">
              <a:buFont typeface="+mj-lt"/>
              <a:buAutoNum type="arabicPeriod"/>
            </a:pPr>
            <a:endParaRPr lang="zh-TW" altLang="en-US" sz="1500" noProof="1" dirty="0">
              <a:latin typeface="Microsoft YaHei" panose="020B0503020204020204" charset="-122"/>
              <a:ea typeface="Microsoft YaHei" panose="020B0503020204020204" charset="-122"/>
              <a:sym typeface="+mn-ea"/>
            </a:endParaRPr>
          </a:p>
          <a:p>
            <a:pPr marL="342900" indent="-342900">
              <a:buFont typeface="+mj-lt"/>
              <a:buAutoNum type="arabicPeriod"/>
            </a:pPr>
            <a:r>
              <a:rPr lang="zh-TW" altLang="en-US" sz="1500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員工資料維護作業</a:t>
            </a:r>
            <a:r>
              <a:rPr lang="en-US" altLang="zh-TW" sz="1500" noProof="1" dirty="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-</a:t>
            </a:r>
            <a:r>
              <a:rPr lang="zh-TW" altLang="en-US" sz="1500" noProof="1" dirty="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基本資料</a:t>
            </a:r>
            <a:r>
              <a:rPr lang="en-US" altLang="zh-TW" sz="1500" noProof="1" dirty="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(</a:t>
            </a:r>
            <a:r>
              <a:rPr lang="zh-TW" altLang="en-US" sz="1500" noProof="1" dirty="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隸屬該異動員工成員</a:t>
            </a:r>
            <a:r>
              <a:rPr lang="en-US" altLang="zh-TW" sz="1500" noProof="1" dirty="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)</a:t>
            </a:r>
            <a:endParaRPr lang="zh-TW" altLang="en-US" sz="1500" noProof="1" dirty="0"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+mn-ea"/>
            </a:endParaRPr>
          </a:p>
          <a:p>
            <a:pPr marL="800100" lvl="1" indent="-342900" fontAlgn="base">
              <a:buFont typeface="Wingdings" panose="05000000000000000000" charset="0"/>
              <a:buChar char="ü"/>
            </a:pPr>
            <a:r>
              <a:rPr lang="zh-TW" altLang="en-US" sz="1500" strike="noStrike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直屬主管</a:t>
            </a:r>
            <a:endParaRPr lang="zh-TW" altLang="en-US" sz="1500" strike="noStrike" noProof="1" dirty="0">
              <a:latin typeface="Microsoft YaHei" panose="020B0503020204020204" charset="-122"/>
              <a:ea typeface="Microsoft YaHei" panose="020B0503020204020204" charset="-122"/>
              <a:sym typeface="+mn-ea"/>
            </a:endParaRPr>
          </a:p>
          <a:p>
            <a:pPr marL="800100" lvl="1" indent="-342900" fontAlgn="base">
              <a:buFont typeface="Wingdings" panose="05000000000000000000" charset="0"/>
              <a:buChar char="ü"/>
            </a:pPr>
            <a:r>
              <a:rPr lang="zh-TW" altLang="en-US" sz="1500" strike="noStrike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代理人</a:t>
            </a:r>
            <a:endParaRPr lang="zh-TW" altLang="en-US" sz="1500" strike="noStrike" noProof="1" dirty="0">
              <a:latin typeface="Microsoft YaHei" panose="020B0503020204020204" charset="-122"/>
              <a:ea typeface="Microsoft YaHei" panose="020B0503020204020204" charset="-122"/>
              <a:sym typeface="+mn-ea"/>
            </a:endParaRPr>
          </a:p>
          <a:p>
            <a:pPr marL="342900" indent="-342900">
              <a:buFont typeface="+mj-lt"/>
              <a:buAutoNum type="arabicPeriod"/>
            </a:pPr>
            <a:endParaRPr lang="zh-TW" altLang="en-US" sz="1500" noProof="1" dirty="0">
              <a:latin typeface="Microsoft YaHei" panose="020B0503020204020204" charset="-122"/>
              <a:ea typeface="Microsoft YaHei" panose="020B0503020204020204" charset="-122"/>
              <a:sym typeface="+mn-ea"/>
            </a:endParaRPr>
          </a:p>
          <a:p>
            <a:pPr marL="342900" indent="-342900">
              <a:buFont typeface="+mj-lt"/>
              <a:buAutoNum type="arabicPeriod"/>
            </a:pPr>
            <a:r>
              <a:rPr lang="zh-TW" altLang="en-US" sz="1500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離職員工資料維護作業</a:t>
            </a:r>
            <a:endParaRPr lang="zh-TW" altLang="en-US" sz="1500" noProof="1" dirty="0">
              <a:latin typeface="Microsoft YaHei" panose="020B0503020204020204" charset="-122"/>
              <a:ea typeface="Microsoft YaHei" panose="020B0503020204020204" charset="-122"/>
              <a:sym typeface="+mn-ea"/>
            </a:endParaRPr>
          </a:p>
          <a:p>
            <a:pPr marL="342900" indent="-342900">
              <a:buFont typeface="+mj-lt"/>
              <a:buAutoNum type="arabicPeriod"/>
            </a:pPr>
            <a:r>
              <a:rPr lang="zh-TW" altLang="en-US" sz="1500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離職員工原稿授權作業</a:t>
            </a:r>
            <a:r>
              <a:rPr kumimoji="1" lang="zh-TW" altLang="en-US" sz="1500" noProof="0" dirty="0">
                <a:solidFill>
                  <a:srgbClr val="002060"/>
                </a:solidFill>
                <a:latin typeface="Microsoft YaHei" panose="020B0503020204020204" charset="-122"/>
                <a:ea typeface="新細明體" panose="02020500000000000000" pitchFamily="18" charset="-120"/>
                <a:cs typeface="Microsoft YaHei" panose="020B0503020204020204" charset="-122"/>
                <a:sym typeface="+mn-ea"/>
              </a:rPr>
              <a:t> </a:t>
            </a:r>
            <a:endParaRPr kumimoji="1" lang="zh-TW" altLang="en-US" sz="1500" noProof="0" dirty="0">
              <a:solidFill>
                <a:srgbClr val="002060"/>
              </a:solidFill>
              <a:latin typeface="Microsoft YaHei" panose="020B0503020204020204" charset="-122"/>
              <a:cs typeface="Microsoft YaHei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000" fill="hold"/>
                                        <p:tgtEl>
                                          <p:spTgt spid="4">
                                            <p:txEl>
                                              <p:charRg st="127" end="15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" dur="2000" fill="hold"/>
                                        <p:tgtEl>
                                          <p:spTgt spid="4">
                                            <p:txEl>
                                              <p:charRg st="152" end="15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2000" fill="hold"/>
                                        <p:tgtEl>
                                          <p:spTgt spid="4">
                                            <p:txEl>
                                              <p:charRg st="157" end="16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1" name="標題 1"/>
          <p:cNvSpPr>
            <a:spLocks noGrp="1"/>
          </p:cNvSpPr>
          <p:nvPr>
            <p:ph type="title"/>
          </p:nvPr>
        </p:nvSpPr>
        <p:spPr>
          <a:xfrm>
            <a:off x="404813" y="539750"/>
            <a:ext cx="8369300" cy="539750"/>
          </a:xfrm>
        </p:spPr>
        <p:txBody>
          <a:bodyPr lIns="101600" tIns="38100" rIns="76200" bIns="38100" anchor="ctr" anchorCtr="0"/>
          <a:p>
            <a:pPr indent="0" defTabSz="685800">
              <a:buNone/>
            </a:pPr>
            <a:r>
              <a:rPr lang="zh-TW" altLang="en-US" kern="1200" normalizeH="0" baseline="0">
                <a:latin typeface="+mj-lt"/>
                <a:ea typeface="+mj-ea"/>
                <a:cs typeface="+mj-cs"/>
                <a:sym typeface="Microsoft YaHei" panose="020B0503020204020204" charset="-122"/>
              </a:rPr>
              <a:t>直屬主管、代理人</a:t>
            </a:r>
            <a:endParaRPr lang="zh-TW" altLang="en-US" kern="1200" normalizeH="0" baseline="0">
              <a:latin typeface="+mj-lt"/>
              <a:ea typeface="+mj-ea"/>
              <a:cs typeface="+mj-cs"/>
              <a:sym typeface="Microsoft YaHei" panose="020B0503020204020204" charset="-122"/>
            </a:endParaRPr>
          </a:p>
        </p:txBody>
      </p:sp>
      <p:pic>
        <p:nvPicPr>
          <p:cNvPr id="40962" name="圖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175" y="1079500"/>
            <a:ext cx="8375650" cy="32908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矩形 6"/>
          <p:cNvSpPr/>
          <p:nvPr/>
        </p:nvSpPr>
        <p:spPr>
          <a:xfrm>
            <a:off x="3303588" y="1676400"/>
            <a:ext cx="2043113" cy="41751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350" b="0" i="0" u="none" strike="noStrike" kern="1200" cap="none" spc="0" normalizeH="0" baseline="0" noProof="0" smtClean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0964" name="文字方塊 10"/>
          <p:cNvSpPr txBox="1"/>
          <p:nvPr/>
        </p:nvSpPr>
        <p:spPr>
          <a:xfrm>
            <a:off x="5461000" y="1676400"/>
            <a:ext cx="3040063" cy="322263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 wrap="none" anchor="t" anchorCtr="0">
            <a:spAutoFit/>
          </a:bodyPr>
          <a:p>
            <a:r>
              <a:rPr lang="zh-TW" altLang="zh-TW" sz="1500" dirty="0">
                <a:solidFill>
                  <a:srgbClr val="002060"/>
                </a:solidFill>
                <a:latin typeface="Microsoft YaHei" panose="020B0503020204020204" charset="-122"/>
                <a:ea typeface="Microsoft YaHei" panose="020B0503020204020204" charset="-122"/>
                <a:sym typeface="Microsoft YaHei" panose="020B0503020204020204" charset="-122"/>
              </a:rPr>
              <a:t>逐筆調整新接手直屬主管、代理人</a:t>
            </a:r>
            <a:endParaRPr lang="zh-TW" altLang="zh-TW" sz="1500" dirty="0">
              <a:solidFill>
                <a:srgbClr val="00206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85" name="標題 1"/>
          <p:cNvSpPr>
            <a:spLocks noGrp="1"/>
          </p:cNvSpPr>
          <p:nvPr>
            <p:ph type="title"/>
          </p:nvPr>
        </p:nvSpPr>
        <p:spPr>
          <a:xfrm>
            <a:off x="404813" y="539750"/>
            <a:ext cx="8369300" cy="539750"/>
          </a:xfrm>
        </p:spPr>
        <p:txBody>
          <a:bodyPr lIns="101600" tIns="38100" rIns="76200" bIns="38100" anchor="ctr" anchorCtr="0"/>
          <a:p>
            <a:pPr indent="0" defTabSz="685800">
              <a:buNone/>
            </a:pPr>
            <a:r>
              <a:rPr lang="zh-TW" altLang="zh-CN" kern="1200" normalizeH="0" baseline="0">
                <a:latin typeface="+mj-lt"/>
                <a:ea typeface="+mj-ea"/>
                <a:cs typeface="+mj-cs"/>
                <a:sym typeface="Microsoft YaHei" panose="020B0503020204020204" charset="-122"/>
              </a:rPr>
              <a:t>直屬主管、代理人批量調整</a:t>
            </a:r>
            <a:endParaRPr lang="zh-TW" altLang="en-US" kern="1200" normalizeH="0" baseline="0">
              <a:latin typeface="+mj-lt"/>
              <a:ea typeface="+mj-ea"/>
              <a:cs typeface="+mj-cs"/>
              <a:sym typeface="Microsoft YaHei" panose="020B0503020204020204" charset="-122"/>
            </a:endParaRPr>
          </a:p>
        </p:txBody>
      </p:sp>
      <p:pic>
        <p:nvPicPr>
          <p:cNvPr id="41986" name="圖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475" y="1079500"/>
            <a:ext cx="2043113" cy="37480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矩形 9"/>
          <p:cNvSpPr/>
          <p:nvPr/>
        </p:nvSpPr>
        <p:spPr>
          <a:xfrm>
            <a:off x="749300" y="3530600"/>
            <a:ext cx="1411288" cy="1936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350" b="0" i="0" u="none" strike="noStrike" kern="1200" cap="none" spc="0" normalizeH="0" baseline="0" noProof="0" smtClean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41988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1275" y="1079500"/>
            <a:ext cx="4667250" cy="23129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1989" name="文字方塊 3"/>
          <p:cNvSpPr txBox="1"/>
          <p:nvPr/>
        </p:nvSpPr>
        <p:spPr>
          <a:xfrm>
            <a:off x="2774950" y="2081213"/>
            <a:ext cx="944563" cy="322262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 wrap="none" anchor="t" anchorCtr="0">
            <a:spAutoFit/>
          </a:bodyPr>
          <a:p>
            <a:r>
              <a:rPr lang="zh-TW" altLang="zh-TW" sz="1500" dirty="0">
                <a:solidFill>
                  <a:srgbClr val="002060"/>
                </a:solidFill>
                <a:latin typeface="Microsoft YaHei" panose="020B0503020204020204" charset="-122"/>
                <a:ea typeface="Microsoft YaHei" panose="020B0503020204020204" charset="-122"/>
              </a:rPr>
              <a:t>異動主管</a:t>
            </a:r>
            <a:endParaRPr lang="zh-TW" altLang="zh-TW" sz="1500" dirty="0">
              <a:solidFill>
                <a:srgbClr val="00206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41990" name="文字方塊 4"/>
          <p:cNvSpPr txBox="1"/>
          <p:nvPr/>
        </p:nvSpPr>
        <p:spPr>
          <a:xfrm>
            <a:off x="6632575" y="2081213"/>
            <a:ext cx="1136650" cy="322262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 wrap="none" anchor="t" anchorCtr="0">
            <a:spAutoFit/>
          </a:bodyPr>
          <a:p>
            <a:r>
              <a:rPr lang="zh-TW" altLang="zh-TW" sz="1500" dirty="0">
                <a:solidFill>
                  <a:srgbClr val="002060"/>
                </a:solidFill>
                <a:latin typeface="Microsoft YaHei" panose="020B0503020204020204" charset="-122"/>
                <a:ea typeface="Microsoft YaHei" panose="020B0503020204020204" charset="-122"/>
              </a:rPr>
              <a:t>新接手主管</a:t>
            </a:r>
            <a:endParaRPr lang="zh-TW" altLang="zh-TW" sz="1500" dirty="0">
              <a:solidFill>
                <a:srgbClr val="00206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pic>
        <p:nvPicPr>
          <p:cNvPr id="41991" name="圖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1275" y="3146425"/>
            <a:ext cx="4667250" cy="20986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1992" name="文字方塊 2"/>
          <p:cNvSpPr txBox="1"/>
          <p:nvPr/>
        </p:nvSpPr>
        <p:spPr>
          <a:xfrm>
            <a:off x="2581275" y="4033838"/>
            <a:ext cx="1135063" cy="322262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 wrap="none" anchor="t" anchorCtr="0">
            <a:spAutoFit/>
          </a:bodyPr>
          <a:p>
            <a:r>
              <a:rPr lang="zh-TW" altLang="zh-TW" sz="1500" dirty="0">
                <a:solidFill>
                  <a:srgbClr val="002060"/>
                </a:solidFill>
                <a:latin typeface="Microsoft YaHei" panose="020B0503020204020204" charset="-122"/>
                <a:ea typeface="Microsoft YaHei" panose="020B0503020204020204" charset="-122"/>
              </a:rPr>
              <a:t>異動代理人</a:t>
            </a:r>
            <a:endParaRPr lang="zh-TW" altLang="zh-TW" sz="1500" dirty="0">
              <a:solidFill>
                <a:srgbClr val="00206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41993" name="文字方塊 5"/>
          <p:cNvSpPr txBox="1"/>
          <p:nvPr/>
        </p:nvSpPr>
        <p:spPr>
          <a:xfrm>
            <a:off x="6475413" y="4033838"/>
            <a:ext cx="1325562" cy="322262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 wrap="none" anchor="t" anchorCtr="0">
            <a:spAutoFit/>
          </a:bodyPr>
          <a:p>
            <a:r>
              <a:rPr lang="zh-TW" altLang="zh-TW" sz="1500" dirty="0">
                <a:solidFill>
                  <a:srgbClr val="002060"/>
                </a:solidFill>
                <a:latin typeface="Microsoft YaHei" panose="020B0503020204020204" charset="-122"/>
                <a:ea typeface="Microsoft YaHei" panose="020B0503020204020204" charset="-122"/>
              </a:rPr>
              <a:t>新接手代理人</a:t>
            </a:r>
            <a:endParaRPr lang="zh-TW" altLang="zh-TW" sz="1500" dirty="0">
              <a:solidFill>
                <a:srgbClr val="00206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04813" y="539750"/>
            <a:ext cx="8369300" cy="539750"/>
          </a:xfrm>
        </p:spPr>
        <p:txBody>
          <a:bodyPr lIns="101600" tIns="38100" rIns="76200" bIns="38100" rtlCol="0" anchor="ctr" anchorCtr="0">
            <a:noAutofit/>
          </a:bodyPr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TW" altLang="en-US" sz="2400" b="1" i="0" u="none" strike="noStrike" kern="1200" cap="none" spc="300" normalizeH="0" baseline="0" noProof="1">
                <a:solidFill>
                  <a:srgbClr val="41B6E7"/>
                </a:solidFill>
                <a:uFillTx/>
                <a:latin typeface="Microsoft YaHei" panose="020B0503020204020204" charset="-122"/>
                <a:ea typeface="Microsoft YaHei" panose="020B0503020204020204" charset="-122"/>
                <a:cs typeface="+mj-cs"/>
                <a:sym typeface="+mn-ea"/>
              </a:rPr>
              <a:t>人員離職/異動執行程序</a:t>
            </a:r>
            <a:endParaRPr kumimoji="0" lang="zh-TW" altLang="en-US" sz="2400" b="1" i="0" u="none" strike="noStrike" kern="1200" cap="none" spc="200" normalizeH="0" baseline="0" noProof="1">
              <a:solidFill>
                <a:srgbClr val="41B6E7"/>
              </a:solidFill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490538" y="1143000"/>
            <a:ext cx="6691313" cy="37846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TW" altLang="en-US" sz="1500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檢核步驟如下：</a:t>
            </a:r>
            <a:endParaRPr lang="zh-TW" altLang="en-US" sz="1500" noProof="1" dirty="0">
              <a:latin typeface="Microsoft YaHei" panose="020B0503020204020204" charset="-122"/>
              <a:ea typeface="Microsoft YaHei" panose="020B0503020204020204" charset="-122"/>
              <a:sym typeface="+mn-ea"/>
            </a:endParaRPr>
          </a:p>
          <a:p>
            <a:endParaRPr kumimoji="1" lang="zh-TW" altLang="en-US" sz="1500" noProof="0" dirty="0">
              <a:solidFill>
                <a:srgbClr val="00206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 marL="342900" indent="-342900">
              <a:buFont typeface="+mj-lt"/>
              <a:buAutoNum type="arabicPeriod"/>
            </a:pPr>
            <a:r>
              <a:rPr lang="zh-TW" altLang="en-US" sz="1500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員工資料維護作業-查詢流程設</a:t>
            </a:r>
            <a:r>
              <a:rPr lang="zh-TW" altLang="en-US" sz="1500" noProof="1" dirty="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定</a:t>
            </a:r>
            <a:r>
              <a:rPr lang="en-US" altLang="zh-TW" sz="1500" noProof="1" dirty="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(</a:t>
            </a:r>
            <a:r>
              <a:rPr lang="zh-TW" altLang="en-US" sz="1500" noProof="1" dirty="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異動員工</a:t>
            </a:r>
            <a:r>
              <a:rPr lang="en-US" altLang="zh-TW" sz="1500" noProof="1" dirty="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)</a:t>
            </a:r>
            <a:endParaRPr lang="zh-TW" altLang="en-US" sz="1500" noProof="1" dirty="0"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+mn-ea"/>
            </a:endParaRPr>
          </a:p>
          <a:p>
            <a:pPr marL="800100" lvl="1" indent="-342900" fontAlgn="base">
              <a:buFont typeface="Wingdings" panose="05000000000000000000" charset="0"/>
              <a:buChar char="ü"/>
            </a:pPr>
            <a:r>
              <a:rPr lang="zh-TW" altLang="en-US" sz="1500" strike="noStrike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部門、專案、標準群組</a:t>
            </a:r>
            <a:r>
              <a:rPr lang="zh-TW" altLang="en-US" sz="1500" strike="noStrike" noProof="1" dirty="0">
                <a:latin typeface="Arial" panose="020B0604020202020204" pitchFamily="34" charset="0"/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→</a:t>
            </a:r>
            <a:r>
              <a:rPr lang="zh-TW" altLang="en-US" sz="1500" strike="noStrike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組織資料維護作業、標準群組維護作業</a:t>
            </a:r>
            <a:endParaRPr lang="zh-TW" altLang="en-US" sz="1500" strike="noStrike" noProof="1" dirty="0">
              <a:latin typeface="Microsoft YaHei" panose="020B0503020204020204" charset="-122"/>
              <a:ea typeface="Microsoft YaHei" panose="020B0503020204020204" charset="-122"/>
              <a:sym typeface="+mn-ea"/>
            </a:endParaRPr>
          </a:p>
          <a:p>
            <a:pPr marL="800100" lvl="1" indent="-342900" fontAlgn="base">
              <a:buFont typeface="Wingdings" panose="05000000000000000000" charset="0"/>
              <a:buChar char="ü"/>
            </a:pPr>
            <a:r>
              <a:rPr lang="zh-TW" altLang="en-US" sz="1500" strike="noStrike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流程設定</a:t>
            </a:r>
            <a:r>
              <a:rPr lang="zh-TW" altLang="en-US" sz="1500" strike="noStrike" noProof="1" dirty="0">
                <a:latin typeface="Arial" panose="020B0604020202020204" pitchFamily="34" charset="0"/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→</a:t>
            </a:r>
            <a:r>
              <a:rPr lang="zh-TW" altLang="en-US" sz="1500" strike="noStrike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流程設定精靈</a:t>
            </a:r>
            <a:endParaRPr lang="zh-TW" altLang="en-US" sz="1500" strike="noStrike" noProof="1" dirty="0">
              <a:latin typeface="Microsoft YaHei" panose="020B0503020204020204" charset="-122"/>
              <a:ea typeface="Microsoft YaHei" panose="020B0503020204020204" charset="-122"/>
              <a:sym typeface="+mn-ea"/>
            </a:endParaRPr>
          </a:p>
          <a:p>
            <a:pPr marL="800100" lvl="1" indent="-342900" fontAlgn="base">
              <a:buFont typeface="Wingdings" panose="05000000000000000000" charset="0"/>
              <a:buChar char="ü"/>
            </a:pPr>
            <a:r>
              <a:rPr lang="zh-TW" altLang="en-US" sz="1500" strike="noStrike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簽核表單</a:t>
            </a:r>
            <a:r>
              <a:rPr lang="zh-TW" altLang="en-US" sz="1500" strike="noStrike" noProof="1" dirty="0">
                <a:latin typeface="Arial" panose="020B0604020202020204" pitchFamily="34" charset="0"/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→</a:t>
            </a:r>
            <a:r>
              <a:rPr lang="zh-TW" altLang="en-US" sz="1500" strike="noStrike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簽核代理人設定作業</a:t>
            </a:r>
            <a:endParaRPr lang="zh-TW" altLang="en-US" sz="1500" strike="noStrike" noProof="1" dirty="0">
              <a:latin typeface="Microsoft YaHei" panose="020B0503020204020204" charset="-122"/>
              <a:ea typeface="Microsoft YaHei" panose="020B0503020204020204" charset="-122"/>
              <a:sym typeface="+mn-ea"/>
            </a:endParaRPr>
          </a:p>
          <a:p>
            <a:pPr marL="800100" lvl="1" indent="-342900" fontAlgn="base">
              <a:buFont typeface="Wingdings" panose="05000000000000000000" charset="0"/>
              <a:buChar char="ü"/>
            </a:pPr>
            <a:r>
              <a:rPr lang="zh-TW" altLang="en-US" sz="1500" strike="noStrike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職務職稱</a:t>
            </a:r>
            <a:r>
              <a:rPr lang="zh-TW" altLang="en-US" sz="1500" strike="noStrike" noProof="1" dirty="0">
                <a:latin typeface="Arial" panose="020B0604020202020204" pitchFamily="34" charset="0"/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→</a:t>
            </a:r>
            <a:r>
              <a:rPr lang="zh-TW" altLang="en-US" sz="1500" strike="noStrike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流程設定精靈</a:t>
            </a:r>
            <a:endParaRPr lang="zh-TW" altLang="en-US" sz="1500" strike="noStrike" noProof="1" dirty="0">
              <a:latin typeface="Microsoft YaHei" panose="020B0503020204020204" charset="-122"/>
              <a:ea typeface="Microsoft YaHei" panose="020B0503020204020204" charset="-122"/>
              <a:sym typeface="+mn-ea"/>
            </a:endParaRPr>
          </a:p>
          <a:p>
            <a:pPr marL="800100" lvl="1" indent="-342900" fontAlgn="base">
              <a:buFont typeface="Wingdings" panose="05000000000000000000" charset="0"/>
              <a:buChar char="ü"/>
            </a:pPr>
            <a:r>
              <a:rPr lang="zh-TW" altLang="en-US" sz="1500" strike="noStrike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子流程</a:t>
            </a:r>
            <a:r>
              <a:rPr lang="zh-TW" altLang="en-US" sz="1500" strike="noStrike" noProof="1" dirty="0">
                <a:latin typeface="Arial" panose="020B0604020202020204" pitchFamily="34" charset="0"/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→</a:t>
            </a:r>
            <a:r>
              <a:rPr lang="zh-TW" altLang="en-US" sz="1500" strike="noStrike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流程設定精靈</a:t>
            </a:r>
            <a:endParaRPr lang="zh-TW" altLang="en-US" sz="1500" strike="noStrike" noProof="1" dirty="0">
              <a:latin typeface="Microsoft YaHei" panose="020B0503020204020204" charset="-122"/>
              <a:ea typeface="Microsoft YaHei" panose="020B0503020204020204" charset="-122"/>
              <a:sym typeface="+mn-ea"/>
            </a:endParaRPr>
          </a:p>
          <a:p>
            <a:pPr marL="800100" lvl="1" indent="-342900" fontAlgn="base">
              <a:buFont typeface="Wingdings" panose="05000000000000000000" charset="0"/>
              <a:buChar char="ü"/>
            </a:pPr>
            <a:r>
              <a:rPr lang="zh-TW" altLang="en-US" sz="1500" strike="noStrike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動態參數群組成員</a:t>
            </a:r>
            <a:r>
              <a:rPr lang="zh-TW" altLang="en-US" sz="1500" strike="noStrike" noProof="1" dirty="0">
                <a:latin typeface="Arial" panose="020B0604020202020204" pitchFamily="34" charset="0"/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→</a:t>
            </a:r>
            <a:r>
              <a:rPr lang="zh-TW" altLang="en-US" sz="1500" strike="noStrike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流程設定精靈</a:t>
            </a:r>
            <a:endParaRPr lang="zh-TW" altLang="en-US" sz="1500" strike="noStrike" noProof="1" dirty="0">
              <a:latin typeface="Microsoft YaHei" panose="020B0503020204020204" charset="-122"/>
              <a:ea typeface="Microsoft YaHei" panose="020B0503020204020204" charset="-122"/>
              <a:sym typeface="+mn-ea"/>
            </a:endParaRPr>
          </a:p>
          <a:p>
            <a:pPr marL="342900" indent="-342900">
              <a:buFont typeface="+mj-lt"/>
              <a:buAutoNum type="arabicPeriod"/>
            </a:pPr>
            <a:endParaRPr lang="zh-TW" altLang="en-US" sz="1500" noProof="1" dirty="0">
              <a:latin typeface="Microsoft YaHei" panose="020B0503020204020204" charset="-122"/>
              <a:ea typeface="Microsoft YaHei" panose="020B0503020204020204" charset="-122"/>
              <a:sym typeface="+mn-ea"/>
            </a:endParaRPr>
          </a:p>
          <a:p>
            <a:pPr marL="342900" indent="-342900">
              <a:buFont typeface="+mj-lt"/>
              <a:buAutoNum type="arabicPeriod"/>
            </a:pPr>
            <a:r>
              <a:rPr lang="zh-TW" altLang="en-US" sz="1500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員工資料維護作業</a:t>
            </a:r>
            <a:r>
              <a:rPr lang="en-US" altLang="zh-TW" sz="1500" noProof="1" dirty="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-</a:t>
            </a:r>
            <a:r>
              <a:rPr lang="zh-TW" altLang="en-US" sz="1500" noProof="1" dirty="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基本資料</a:t>
            </a:r>
            <a:r>
              <a:rPr lang="en-US" altLang="zh-TW" sz="1500" noProof="1" dirty="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(</a:t>
            </a:r>
            <a:r>
              <a:rPr lang="zh-TW" altLang="en-US" sz="1500" noProof="1" dirty="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隸屬該異動員工成員</a:t>
            </a:r>
            <a:r>
              <a:rPr lang="en-US" altLang="zh-TW" sz="1500" noProof="1" dirty="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)</a:t>
            </a:r>
            <a:endParaRPr lang="zh-TW" altLang="en-US" sz="1500" noProof="1" dirty="0"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+mn-ea"/>
            </a:endParaRPr>
          </a:p>
          <a:p>
            <a:pPr marL="800100" lvl="1" indent="-342900" fontAlgn="base">
              <a:buFont typeface="Wingdings" panose="05000000000000000000" charset="0"/>
              <a:buChar char="ü"/>
            </a:pPr>
            <a:r>
              <a:rPr lang="zh-TW" altLang="en-US" sz="1500" strike="noStrike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直屬主管</a:t>
            </a:r>
            <a:endParaRPr lang="zh-TW" altLang="en-US" sz="1500" strike="noStrike" noProof="1" dirty="0">
              <a:latin typeface="Microsoft YaHei" panose="020B0503020204020204" charset="-122"/>
              <a:ea typeface="Microsoft YaHei" panose="020B0503020204020204" charset="-122"/>
              <a:sym typeface="+mn-ea"/>
            </a:endParaRPr>
          </a:p>
          <a:p>
            <a:pPr marL="800100" lvl="1" indent="-342900" fontAlgn="base">
              <a:buFont typeface="Wingdings" panose="05000000000000000000" charset="0"/>
              <a:buChar char="ü"/>
            </a:pPr>
            <a:r>
              <a:rPr lang="zh-TW" altLang="en-US" sz="1500" strike="noStrike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代理人</a:t>
            </a:r>
            <a:endParaRPr lang="zh-TW" altLang="en-US" sz="1500" strike="noStrike" noProof="1" dirty="0">
              <a:latin typeface="Microsoft YaHei" panose="020B0503020204020204" charset="-122"/>
              <a:ea typeface="Microsoft YaHei" panose="020B0503020204020204" charset="-122"/>
              <a:sym typeface="+mn-ea"/>
            </a:endParaRPr>
          </a:p>
          <a:p>
            <a:pPr marL="342900" indent="-342900">
              <a:buFont typeface="+mj-lt"/>
              <a:buAutoNum type="arabicPeriod"/>
            </a:pPr>
            <a:endParaRPr lang="zh-TW" altLang="en-US" sz="1500" noProof="1" dirty="0">
              <a:latin typeface="Microsoft YaHei" panose="020B0503020204020204" charset="-122"/>
              <a:ea typeface="Microsoft YaHei" panose="020B0503020204020204" charset="-122"/>
              <a:sym typeface="+mn-ea"/>
            </a:endParaRPr>
          </a:p>
          <a:p>
            <a:pPr marL="342900" indent="-342900">
              <a:buFont typeface="+mj-lt"/>
              <a:buAutoNum type="arabicPeriod"/>
            </a:pPr>
            <a:r>
              <a:rPr lang="zh-TW" altLang="en-US" sz="1500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離職員工資料維護作業</a:t>
            </a:r>
            <a:endParaRPr lang="zh-TW" altLang="en-US" sz="1500" noProof="1" dirty="0">
              <a:latin typeface="Microsoft YaHei" panose="020B0503020204020204" charset="-122"/>
              <a:ea typeface="Microsoft YaHei" panose="020B0503020204020204" charset="-122"/>
              <a:sym typeface="+mn-ea"/>
            </a:endParaRPr>
          </a:p>
          <a:p>
            <a:pPr marL="342900" indent="-342900">
              <a:buFont typeface="+mj-lt"/>
              <a:buAutoNum type="arabicPeriod"/>
            </a:pPr>
            <a:r>
              <a:rPr lang="zh-TW" altLang="en-US" sz="1500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離職員工原稿授權作業</a:t>
            </a:r>
            <a:r>
              <a:rPr kumimoji="1" lang="zh-TW" altLang="en-US" sz="1500" noProof="0" dirty="0">
                <a:solidFill>
                  <a:srgbClr val="002060"/>
                </a:solidFill>
                <a:latin typeface="Microsoft YaHei" panose="020B0503020204020204" charset="-122"/>
                <a:ea typeface="新細明體" panose="02020500000000000000" pitchFamily="18" charset="-120"/>
                <a:cs typeface="Microsoft YaHei" panose="020B0503020204020204" charset="-122"/>
                <a:sym typeface="+mn-ea"/>
              </a:rPr>
              <a:t> </a:t>
            </a:r>
            <a:endParaRPr kumimoji="1" lang="zh-TW" altLang="en-US" sz="1500" noProof="0" dirty="0">
              <a:solidFill>
                <a:srgbClr val="002060"/>
              </a:solidFill>
              <a:latin typeface="Microsoft YaHei" panose="020B0503020204020204" charset="-122"/>
              <a:cs typeface="Microsoft YaHei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000" fill="hold"/>
                                        <p:tgtEl>
                                          <p:spTgt spid="4">
                                            <p:txEl>
                                              <p:charRg st="162" end="17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033" name="標題 1"/>
          <p:cNvSpPr>
            <a:spLocks noGrp="1"/>
          </p:cNvSpPr>
          <p:nvPr>
            <p:ph type="title"/>
          </p:nvPr>
        </p:nvSpPr>
        <p:spPr>
          <a:xfrm>
            <a:off x="404813" y="539750"/>
            <a:ext cx="8369300" cy="539750"/>
          </a:xfrm>
        </p:spPr>
        <p:txBody>
          <a:bodyPr lIns="101600" tIns="38100" rIns="76200" bIns="38100" anchor="ctr" anchorCtr="0"/>
          <a:p>
            <a:pPr indent="0" defTabSz="685800">
              <a:buNone/>
            </a:pPr>
            <a:r>
              <a:rPr lang="zh-TW" altLang="zh-CN" kern="1200" normalizeH="0" baseline="0">
                <a:latin typeface="+mj-lt"/>
                <a:ea typeface="+mj-ea"/>
                <a:cs typeface="+mj-cs"/>
                <a:sym typeface="Microsoft YaHei" panose="020B0503020204020204" charset="-122"/>
              </a:rPr>
              <a:t>員工資料維護作業(設定離職)</a:t>
            </a:r>
            <a:endParaRPr lang="zh-TW" altLang="zh-CN" kern="1200" normalizeH="0" baseline="0">
              <a:latin typeface="+mj-lt"/>
              <a:ea typeface="+mj-ea"/>
              <a:cs typeface="+mj-cs"/>
              <a:sym typeface="Microsoft YaHei" panose="020B0503020204020204" charset="-122"/>
            </a:endParaRPr>
          </a:p>
        </p:txBody>
      </p:sp>
      <p:pic>
        <p:nvPicPr>
          <p:cNvPr id="44034" name="圖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4813" y="1152525"/>
            <a:ext cx="8251825" cy="33289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矩形 6"/>
          <p:cNvSpPr/>
          <p:nvPr/>
        </p:nvSpPr>
        <p:spPr>
          <a:xfrm>
            <a:off x="860425" y="2365375"/>
            <a:ext cx="1520825" cy="1920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350" b="0" i="0" u="none" strike="noStrike" kern="1200" cap="none" spc="0" normalizeH="0" baseline="0" noProof="0" smtClean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8412163" y="1206500"/>
            <a:ext cx="244475" cy="2730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350" b="0" i="0" u="none" strike="noStrike" kern="1200" cap="none" spc="0" normalizeH="0" baseline="0" noProof="0" smtClean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4037" name="文字方塊 10"/>
          <p:cNvSpPr txBox="1"/>
          <p:nvPr/>
        </p:nvSpPr>
        <p:spPr>
          <a:xfrm>
            <a:off x="2457450" y="2300288"/>
            <a:ext cx="1516063" cy="322262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 wrap="none" anchor="t" anchorCtr="0">
            <a:spAutoFit/>
          </a:bodyPr>
          <a:p>
            <a:r>
              <a:rPr lang="zh-TW" altLang="zh-TW" sz="1500" dirty="0">
                <a:solidFill>
                  <a:srgbClr val="002060"/>
                </a:solidFill>
                <a:latin typeface="Microsoft YaHei" panose="020B0503020204020204" charset="-122"/>
                <a:ea typeface="Microsoft YaHei" panose="020B0503020204020204" charset="-122"/>
              </a:rPr>
              <a:t>日期到才會生效</a:t>
            </a:r>
            <a:endParaRPr lang="zh-TW" altLang="zh-TW" sz="1500" dirty="0">
              <a:solidFill>
                <a:srgbClr val="00206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44038" name="文字方塊 11"/>
          <p:cNvSpPr txBox="1"/>
          <p:nvPr/>
        </p:nvSpPr>
        <p:spPr>
          <a:xfrm>
            <a:off x="8175625" y="1538288"/>
            <a:ext cx="946150" cy="322262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 wrap="none" anchor="t" anchorCtr="0">
            <a:spAutoFit/>
          </a:bodyPr>
          <a:p>
            <a:r>
              <a:rPr lang="zh-TW" altLang="zh-TW" sz="1500" dirty="0">
                <a:solidFill>
                  <a:srgbClr val="002060"/>
                </a:solidFill>
                <a:latin typeface="Microsoft YaHei" panose="020B0503020204020204" charset="-122"/>
                <a:ea typeface="Microsoft YaHei" panose="020B0503020204020204" charset="-122"/>
              </a:rPr>
              <a:t>立即生效</a:t>
            </a:r>
            <a:endParaRPr lang="zh-TW" altLang="zh-TW" sz="1500" dirty="0">
              <a:solidFill>
                <a:srgbClr val="00206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5057" name="圖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43163" y="1079500"/>
            <a:ext cx="6478587" cy="9366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5058" name="標題 1"/>
          <p:cNvSpPr>
            <a:spLocks noGrp="1"/>
          </p:cNvSpPr>
          <p:nvPr>
            <p:ph type="title"/>
          </p:nvPr>
        </p:nvSpPr>
        <p:spPr>
          <a:xfrm>
            <a:off x="404813" y="539750"/>
            <a:ext cx="8369300" cy="539750"/>
          </a:xfrm>
        </p:spPr>
        <p:txBody>
          <a:bodyPr lIns="101600" tIns="38100" rIns="76200" bIns="38100" anchor="ctr" anchorCtr="0"/>
          <a:p>
            <a:pPr indent="0" defTabSz="685800">
              <a:buNone/>
            </a:pPr>
            <a:r>
              <a:rPr lang="zh-TW" altLang="zh-CN" kern="1200" normalizeH="0" baseline="0">
                <a:latin typeface="+mj-lt"/>
                <a:ea typeface="+mj-ea"/>
                <a:cs typeface="+mj-cs"/>
                <a:sym typeface="Microsoft YaHei" panose="020B0503020204020204" charset="-122"/>
              </a:rPr>
              <a:t>離職員工資料維護作業</a:t>
            </a:r>
            <a:endParaRPr lang="zh-TW" altLang="en-US" kern="1200" normalizeH="0" baseline="0">
              <a:latin typeface="+mj-lt"/>
              <a:ea typeface="+mj-ea"/>
              <a:cs typeface="+mj-cs"/>
              <a:sym typeface="Microsoft YaHei" panose="020B0503020204020204" charset="-122"/>
            </a:endParaRPr>
          </a:p>
        </p:txBody>
      </p:sp>
      <p:pic>
        <p:nvPicPr>
          <p:cNvPr id="45059" name="圖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75" y="1079500"/>
            <a:ext cx="2043113" cy="37480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矩形 9"/>
          <p:cNvSpPr/>
          <p:nvPr/>
        </p:nvSpPr>
        <p:spPr>
          <a:xfrm>
            <a:off x="749300" y="3792538"/>
            <a:ext cx="1411288" cy="1920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350" b="0" i="0" u="none" strike="noStrike" kern="1200" cap="none" spc="0" normalizeH="0" baseline="0" noProof="0" smtClean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5061" name="文字方塊 3"/>
          <p:cNvSpPr txBox="1"/>
          <p:nvPr/>
        </p:nvSpPr>
        <p:spPr>
          <a:xfrm>
            <a:off x="2835275" y="1828800"/>
            <a:ext cx="3473450" cy="320675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 wrap="none" anchor="t" anchorCtr="0">
            <a:spAutoFit/>
          </a:bodyPr>
          <a:p>
            <a:r>
              <a:rPr lang="zh-TW" altLang="zh-TW" sz="1500" dirty="0">
                <a:solidFill>
                  <a:srgbClr val="002060"/>
                </a:solidFill>
                <a:latin typeface="Microsoft YaHei" panose="020B0503020204020204" charset="-122"/>
                <a:ea typeface="Microsoft YaHei" panose="020B0503020204020204" charset="-122"/>
              </a:rPr>
              <a:t>登入帳號</a:t>
            </a:r>
            <a:r>
              <a:rPr lang="en-US" altLang="zh-TW" sz="1500" dirty="0">
                <a:solidFill>
                  <a:srgbClr val="002060"/>
                </a:solidFill>
                <a:latin typeface="Microsoft YaHei" panose="020B0503020204020204" charset="-122"/>
                <a:ea typeface="Microsoft YaHei" panose="020B0503020204020204" charset="-122"/>
              </a:rPr>
              <a:t>_U</a:t>
            </a:r>
            <a:r>
              <a:rPr lang="zh-TW" altLang="en-US" sz="1500" dirty="0">
                <a:solidFill>
                  <a:srgbClr val="002060"/>
                </a:solidFill>
                <a:latin typeface="Microsoft YaHei" panose="020B0503020204020204" charset="-122"/>
                <a:ea typeface="Microsoft YaHei" panose="020B0503020204020204" charset="-122"/>
              </a:rPr>
              <a:t>，無法登入</a:t>
            </a:r>
            <a:r>
              <a:rPr lang="en-US" altLang="zh-TW" sz="1500" dirty="0">
                <a:solidFill>
                  <a:srgbClr val="002060"/>
                </a:solidFill>
                <a:latin typeface="Microsoft YaHei" panose="020B0503020204020204" charset="-122"/>
                <a:ea typeface="Microsoft YaHei" panose="020B0503020204020204" charset="-122"/>
              </a:rPr>
              <a:t>EF</a:t>
            </a:r>
            <a:r>
              <a:rPr lang="zh-TW" altLang="en-US" sz="1500" dirty="0">
                <a:solidFill>
                  <a:srgbClr val="002060"/>
                </a:solidFill>
                <a:latin typeface="Microsoft YaHei" panose="020B0503020204020204" charset="-122"/>
                <a:ea typeface="Microsoft YaHei" panose="020B0503020204020204" charset="-122"/>
              </a:rPr>
              <a:t>電子簽核系統</a:t>
            </a:r>
            <a:endParaRPr lang="zh-TW" altLang="en-US" sz="1500" dirty="0">
              <a:solidFill>
                <a:srgbClr val="002060"/>
              </a:solidFill>
              <a:latin typeface="Microsoft YaHei" panose="020B0503020204020204" charset="-122"/>
              <a:ea typeface="新細明體" panose="02020500000000000000" pitchFamily="18" charset="-12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899025" y="1450975"/>
            <a:ext cx="744538" cy="3063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350" b="0" i="0" u="none" strike="noStrike" kern="1200" cap="none" spc="0" normalizeH="0" baseline="0" noProof="0" smtClean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04813" y="539750"/>
            <a:ext cx="8369300" cy="539750"/>
          </a:xfrm>
        </p:spPr>
        <p:txBody>
          <a:bodyPr lIns="101600" tIns="38100" rIns="76200" bIns="38100" rtlCol="0" anchor="ctr" anchorCtr="0">
            <a:noAutofit/>
          </a:bodyPr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TW" altLang="en-US" sz="2400" b="1" i="0" u="none" strike="noStrike" kern="1200" cap="none" spc="300" normalizeH="0" baseline="0" noProof="1">
                <a:solidFill>
                  <a:srgbClr val="41B6E7"/>
                </a:solidFill>
                <a:uFillTx/>
                <a:latin typeface="Microsoft YaHei" panose="020B0503020204020204" charset="-122"/>
                <a:ea typeface="Microsoft YaHei" panose="020B0503020204020204" charset="-122"/>
                <a:cs typeface="+mj-cs"/>
                <a:sym typeface="+mn-ea"/>
              </a:rPr>
              <a:t>人員離職/異動執行程序</a:t>
            </a:r>
            <a:endParaRPr kumimoji="0" lang="zh-TW" altLang="en-US" sz="2400" b="1" i="0" u="none" strike="noStrike" kern="1200" cap="none" spc="200" normalizeH="0" baseline="0" noProof="1">
              <a:solidFill>
                <a:srgbClr val="41B6E7"/>
              </a:solidFill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490538" y="1143000"/>
            <a:ext cx="6691313" cy="37846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TW" altLang="en-US" sz="1500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檢核步驟如下：</a:t>
            </a:r>
            <a:endParaRPr lang="zh-TW" altLang="en-US" sz="1500" noProof="1" dirty="0">
              <a:latin typeface="Microsoft YaHei" panose="020B0503020204020204" charset="-122"/>
              <a:ea typeface="Microsoft YaHei" panose="020B0503020204020204" charset="-122"/>
              <a:sym typeface="+mn-ea"/>
            </a:endParaRPr>
          </a:p>
          <a:p>
            <a:endParaRPr kumimoji="1" lang="zh-TW" altLang="en-US" sz="1500" noProof="0" dirty="0">
              <a:solidFill>
                <a:srgbClr val="00206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 marL="342900" indent="-342900">
              <a:buFont typeface="+mj-lt"/>
              <a:buAutoNum type="arabicPeriod"/>
            </a:pPr>
            <a:r>
              <a:rPr lang="zh-TW" altLang="en-US" sz="1500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員工資料維護作業-查詢流程設</a:t>
            </a:r>
            <a:r>
              <a:rPr lang="zh-TW" altLang="en-US" sz="1500" noProof="1" dirty="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定</a:t>
            </a:r>
            <a:r>
              <a:rPr lang="en-US" altLang="zh-TW" sz="1500" noProof="1" dirty="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(</a:t>
            </a:r>
            <a:r>
              <a:rPr lang="zh-TW" altLang="en-US" sz="1500" noProof="1" dirty="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異動員工</a:t>
            </a:r>
            <a:r>
              <a:rPr lang="en-US" altLang="zh-TW" sz="1500" noProof="1" dirty="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)</a:t>
            </a:r>
            <a:endParaRPr lang="zh-TW" altLang="en-US" sz="1500" noProof="1" dirty="0"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+mn-ea"/>
            </a:endParaRPr>
          </a:p>
          <a:p>
            <a:pPr marL="800100" lvl="1" indent="-342900" fontAlgn="base">
              <a:buFont typeface="Wingdings" panose="05000000000000000000" charset="0"/>
              <a:buChar char="ü"/>
            </a:pPr>
            <a:r>
              <a:rPr lang="zh-TW" altLang="en-US" sz="1500" strike="noStrike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部門、專案、標準群組</a:t>
            </a:r>
            <a:r>
              <a:rPr lang="zh-TW" altLang="en-US" sz="1500" strike="noStrike" noProof="1" dirty="0">
                <a:latin typeface="Arial" panose="020B0604020202020204" pitchFamily="34" charset="0"/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→</a:t>
            </a:r>
            <a:r>
              <a:rPr lang="zh-TW" altLang="en-US" sz="1500" strike="noStrike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組織資料維護作業、標準群組維護作業</a:t>
            </a:r>
            <a:endParaRPr lang="zh-TW" altLang="en-US" sz="1500" strike="noStrike" noProof="1" dirty="0">
              <a:latin typeface="Microsoft YaHei" panose="020B0503020204020204" charset="-122"/>
              <a:ea typeface="Microsoft YaHei" panose="020B0503020204020204" charset="-122"/>
              <a:sym typeface="+mn-ea"/>
            </a:endParaRPr>
          </a:p>
          <a:p>
            <a:pPr marL="800100" lvl="1" indent="-342900" fontAlgn="base">
              <a:buFont typeface="Wingdings" panose="05000000000000000000" charset="0"/>
              <a:buChar char="ü"/>
            </a:pPr>
            <a:r>
              <a:rPr lang="zh-TW" altLang="en-US" sz="1500" strike="noStrike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流程設定</a:t>
            </a:r>
            <a:r>
              <a:rPr lang="zh-TW" altLang="en-US" sz="1500" strike="noStrike" noProof="1" dirty="0">
                <a:latin typeface="Arial" panose="020B0604020202020204" pitchFamily="34" charset="0"/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→</a:t>
            </a:r>
            <a:r>
              <a:rPr lang="zh-TW" altLang="en-US" sz="1500" strike="noStrike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流程設定精靈</a:t>
            </a:r>
            <a:endParaRPr lang="zh-TW" altLang="en-US" sz="1500" strike="noStrike" noProof="1" dirty="0">
              <a:latin typeface="Microsoft YaHei" panose="020B0503020204020204" charset="-122"/>
              <a:ea typeface="Microsoft YaHei" panose="020B0503020204020204" charset="-122"/>
              <a:sym typeface="+mn-ea"/>
            </a:endParaRPr>
          </a:p>
          <a:p>
            <a:pPr marL="800100" lvl="1" indent="-342900" fontAlgn="base">
              <a:buFont typeface="Wingdings" panose="05000000000000000000" charset="0"/>
              <a:buChar char="ü"/>
            </a:pPr>
            <a:r>
              <a:rPr lang="zh-TW" altLang="en-US" sz="1500" strike="noStrike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簽核表單</a:t>
            </a:r>
            <a:r>
              <a:rPr lang="zh-TW" altLang="en-US" sz="1500" strike="noStrike" noProof="1" dirty="0">
                <a:latin typeface="Arial" panose="020B0604020202020204" pitchFamily="34" charset="0"/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→</a:t>
            </a:r>
            <a:r>
              <a:rPr lang="zh-TW" altLang="en-US" sz="1500" strike="noStrike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簽核代理人設定作業</a:t>
            </a:r>
            <a:endParaRPr lang="zh-TW" altLang="en-US" sz="1500" strike="noStrike" noProof="1" dirty="0">
              <a:latin typeface="Microsoft YaHei" panose="020B0503020204020204" charset="-122"/>
              <a:ea typeface="Microsoft YaHei" panose="020B0503020204020204" charset="-122"/>
              <a:sym typeface="+mn-ea"/>
            </a:endParaRPr>
          </a:p>
          <a:p>
            <a:pPr marL="800100" lvl="1" indent="-342900" fontAlgn="base">
              <a:buFont typeface="Wingdings" panose="05000000000000000000" charset="0"/>
              <a:buChar char="ü"/>
            </a:pPr>
            <a:r>
              <a:rPr lang="zh-TW" altLang="en-US" sz="1500" strike="noStrike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職務職稱</a:t>
            </a:r>
            <a:r>
              <a:rPr lang="zh-TW" altLang="en-US" sz="1500" strike="noStrike" noProof="1" dirty="0">
                <a:latin typeface="Arial" panose="020B0604020202020204" pitchFamily="34" charset="0"/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→</a:t>
            </a:r>
            <a:r>
              <a:rPr lang="zh-TW" altLang="en-US" sz="1500" strike="noStrike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流程設定精靈</a:t>
            </a:r>
            <a:endParaRPr lang="zh-TW" altLang="en-US" sz="1500" strike="noStrike" noProof="1" dirty="0">
              <a:latin typeface="Microsoft YaHei" panose="020B0503020204020204" charset="-122"/>
              <a:ea typeface="Microsoft YaHei" panose="020B0503020204020204" charset="-122"/>
              <a:sym typeface="+mn-ea"/>
            </a:endParaRPr>
          </a:p>
          <a:p>
            <a:pPr marL="800100" lvl="1" indent="-342900" fontAlgn="base">
              <a:buFont typeface="Wingdings" panose="05000000000000000000" charset="0"/>
              <a:buChar char="ü"/>
            </a:pPr>
            <a:r>
              <a:rPr lang="zh-TW" altLang="en-US" sz="1500" strike="noStrike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子流程</a:t>
            </a:r>
            <a:r>
              <a:rPr lang="zh-TW" altLang="en-US" sz="1500" strike="noStrike" noProof="1" dirty="0">
                <a:latin typeface="Arial" panose="020B0604020202020204" pitchFamily="34" charset="0"/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→</a:t>
            </a:r>
            <a:r>
              <a:rPr lang="zh-TW" altLang="en-US" sz="1500" strike="noStrike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流程設定精靈</a:t>
            </a:r>
            <a:endParaRPr lang="zh-TW" altLang="en-US" sz="1500" strike="noStrike" noProof="1" dirty="0">
              <a:latin typeface="Microsoft YaHei" panose="020B0503020204020204" charset="-122"/>
              <a:ea typeface="Microsoft YaHei" panose="020B0503020204020204" charset="-122"/>
              <a:sym typeface="+mn-ea"/>
            </a:endParaRPr>
          </a:p>
          <a:p>
            <a:pPr marL="800100" lvl="1" indent="-342900" fontAlgn="base">
              <a:buFont typeface="Wingdings" panose="05000000000000000000" charset="0"/>
              <a:buChar char="ü"/>
            </a:pPr>
            <a:r>
              <a:rPr lang="zh-TW" altLang="en-US" sz="1500" strike="noStrike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動態參數群組成員</a:t>
            </a:r>
            <a:r>
              <a:rPr lang="zh-TW" altLang="en-US" sz="1500" strike="noStrike" noProof="1" dirty="0">
                <a:latin typeface="Arial" panose="020B0604020202020204" pitchFamily="34" charset="0"/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→</a:t>
            </a:r>
            <a:r>
              <a:rPr lang="zh-TW" altLang="en-US" sz="1500" strike="noStrike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流程設定精靈</a:t>
            </a:r>
            <a:endParaRPr lang="zh-TW" altLang="en-US" sz="1500" strike="noStrike" noProof="1" dirty="0">
              <a:latin typeface="Microsoft YaHei" panose="020B0503020204020204" charset="-122"/>
              <a:ea typeface="Microsoft YaHei" panose="020B0503020204020204" charset="-122"/>
              <a:sym typeface="+mn-ea"/>
            </a:endParaRPr>
          </a:p>
          <a:p>
            <a:pPr marL="342900" indent="-342900">
              <a:buFont typeface="+mj-lt"/>
              <a:buAutoNum type="arabicPeriod"/>
            </a:pPr>
            <a:endParaRPr lang="zh-TW" altLang="en-US" sz="1500" noProof="1" dirty="0">
              <a:latin typeface="Microsoft YaHei" panose="020B0503020204020204" charset="-122"/>
              <a:ea typeface="Microsoft YaHei" panose="020B0503020204020204" charset="-122"/>
              <a:sym typeface="+mn-ea"/>
            </a:endParaRPr>
          </a:p>
          <a:p>
            <a:pPr marL="342900" indent="-342900">
              <a:buFont typeface="+mj-lt"/>
              <a:buAutoNum type="arabicPeriod"/>
            </a:pPr>
            <a:r>
              <a:rPr lang="zh-TW" altLang="en-US" sz="1500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員工資料維護作業</a:t>
            </a:r>
            <a:r>
              <a:rPr lang="en-US" altLang="zh-TW" sz="1500" noProof="1" dirty="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-</a:t>
            </a:r>
            <a:r>
              <a:rPr lang="zh-TW" altLang="en-US" sz="1500" noProof="1" dirty="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基本資料</a:t>
            </a:r>
            <a:r>
              <a:rPr lang="en-US" altLang="zh-TW" sz="1500" noProof="1" dirty="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(</a:t>
            </a:r>
            <a:r>
              <a:rPr lang="zh-TW" altLang="en-US" sz="1500" noProof="1" dirty="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隸屬該異動員工成員</a:t>
            </a:r>
            <a:r>
              <a:rPr lang="en-US" altLang="zh-TW" sz="1500" noProof="1" dirty="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)</a:t>
            </a:r>
            <a:endParaRPr lang="zh-TW" altLang="en-US" sz="1500" noProof="1" dirty="0"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+mn-ea"/>
            </a:endParaRPr>
          </a:p>
          <a:p>
            <a:pPr marL="800100" lvl="1" indent="-342900" fontAlgn="base">
              <a:buFont typeface="Wingdings" panose="05000000000000000000" charset="0"/>
              <a:buChar char="ü"/>
            </a:pPr>
            <a:r>
              <a:rPr lang="zh-TW" altLang="en-US" sz="1500" strike="noStrike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直屬主管</a:t>
            </a:r>
            <a:endParaRPr lang="zh-TW" altLang="en-US" sz="1500" strike="noStrike" noProof="1" dirty="0">
              <a:latin typeface="Microsoft YaHei" panose="020B0503020204020204" charset="-122"/>
              <a:ea typeface="Microsoft YaHei" panose="020B0503020204020204" charset="-122"/>
              <a:sym typeface="+mn-ea"/>
            </a:endParaRPr>
          </a:p>
          <a:p>
            <a:pPr marL="800100" lvl="1" indent="-342900" fontAlgn="base">
              <a:buFont typeface="Wingdings" panose="05000000000000000000" charset="0"/>
              <a:buChar char="ü"/>
            </a:pPr>
            <a:r>
              <a:rPr lang="zh-TW" altLang="en-US" sz="1500" strike="noStrike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代理人</a:t>
            </a:r>
            <a:endParaRPr lang="zh-TW" altLang="en-US" sz="1500" strike="noStrike" noProof="1" dirty="0">
              <a:latin typeface="Microsoft YaHei" panose="020B0503020204020204" charset="-122"/>
              <a:ea typeface="Microsoft YaHei" panose="020B0503020204020204" charset="-122"/>
              <a:sym typeface="+mn-ea"/>
            </a:endParaRPr>
          </a:p>
          <a:p>
            <a:pPr marL="342900" indent="-342900">
              <a:buFont typeface="+mj-lt"/>
              <a:buAutoNum type="arabicPeriod"/>
            </a:pPr>
            <a:endParaRPr lang="zh-TW" altLang="en-US" sz="1500" noProof="1" dirty="0">
              <a:latin typeface="Microsoft YaHei" panose="020B0503020204020204" charset="-122"/>
              <a:ea typeface="Microsoft YaHei" panose="020B0503020204020204" charset="-122"/>
              <a:sym typeface="+mn-ea"/>
            </a:endParaRPr>
          </a:p>
          <a:p>
            <a:pPr marL="342900" indent="-342900">
              <a:buFont typeface="+mj-lt"/>
              <a:buAutoNum type="arabicPeriod"/>
            </a:pPr>
            <a:r>
              <a:rPr lang="zh-TW" altLang="en-US" sz="1500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離職員工資料維護作業</a:t>
            </a:r>
            <a:endParaRPr lang="zh-TW" altLang="en-US" sz="1500" noProof="1" dirty="0">
              <a:latin typeface="Microsoft YaHei" panose="020B0503020204020204" charset="-122"/>
              <a:ea typeface="Microsoft YaHei" panose="020B0503020204020204" charset="-122"/>
              <a:sym typeface="+mn-ea"/>
            </a:endParaRPr>
          </a:p>
          <a:p>
            <a:pPr marL="342900" indent="-342900">
              <a:buFont typeface="+mj-lt"/>
              <a:buAutoNum type="arabicPeriod"/>
            </a:pPr>
            <a:r>
              <a:rPr lang="zh-TW" altLang="en-US" sz="1500" noProof="1" dirty="0"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離職員工原稿授權作業</a:t>
            </a:r>
            <a:r>
              <a:rPr kumimoji="1" lang="zh-TW" altLang="en-US" sz="1500" noProof="0" dirty="0">
                <a:solidFill>
                  <a:srgbClr val="002060"/>
                </a:solidFill>
                <a:latin typeface="Microsoft YaHei" panose="020B0503020204020204" charset="-122"/>
                <a:ea typeface="新細明體" panose="02020500000000000000" pitchFamily="18" charset="-120"/>
                <a:cs typeface="Microsoft YaHei" panose="020B0503020204020204" charset="-122"/>
                <a:sym typeface="+mn-ea"/>
              </a:rPr>
              <a:t> </a:t>
            </a:r>
            <a:endParaRPr kumimoji="1" lang="zh-TW" altLang="en-US" sz="1500" noProof="0" dirty="0">
              <a:solidFill>
                <a:srgbClr val="002060"/>
              </a:solidFill>
              <a:latin typeface="Microsoft YaHei" panose="020B0503020204020204" charset="-122"/>
              <a:cs typeface="Microsoft YaHei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000" fill="hold"/>
                                        <p:tgtEl>
                                          <p:spTgt spid="4">
                                            <p:txEl>
                                              <p:charRg st="173" end="18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105" name="標題 1"/>
          <p:cNvSpPr>
            <a:spLocks noGrp="1"/>
          </p:cNvSpPr>
          <p:nvPr>
            <p:ph type="title"/>
          </p:nvPr>
        </p:nvSpPr>
        <p:spPr>
          <a:xfrm>
            <a:off x="404813" y="539750"/>
            <a:ext cx="8369300" cy="539750"/>
          </a:xfrm>
        </p:spPr>
        <p:txBody>
          <a:bodyPr lIns="101600" tIns="38100" rIns="76200" bIns="38100" anchor="ctr" anchorCtr="0"/>
          <a:p>
            <a:pPr indent="0" defTabSz="685800">
              <a:buNone/>
            </a:pPr>
            <a:r>
              <a:rPr lang="zh-TW" altLang="zh-CN" kern="1200" normalizeH="0" baseline="0">
                <a:latin typeface="+mj-lt"/>
                <a:ea typeface="+mj-ea"/>
                <a:cs typeface="+mj-cs"/>
                <a:sym typeface="Microsoft YaHei" panose="020B0503020204020204" charset="-122"/>
              </a:rPr>
              <a:t>離職員工原稿授權維護作業</a:t>
            </a:r>
            <a:endParaRPr lang="zh-TW" altLang="en-US" kern="1200" normalizeH="0" baseline="0">
              <a:latin typeface="+mj-lt"/>
              <a:ea typeface="+mj-ea"/>
              <a:cs typeface="+mj-cs"/>
              <a:sym typeface="Microsoft YaHei" panose="020B0503020204020204" charset="-122"/>
            </a:endParaRPr>
          </a:p>
        </p:txBody>
      </p:sp>
      <p:sp>
        <p:nvSpPr>
          <p:cNvPr id="47106" name="文字方塊 2"/>
          <p:cNvSpPr txBox="1"/>
          <p:nvPr/>
        </p:nvSpPr>
        <p:spPr>
          <a:xfrm>
            <a:off x="482600" y="946150"/>
            <a:ext cx="5775325" cy="3206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buClrTx/>
            </a:pPr>
            <a:r>
              <a:rPr lang="zh-TW" altLang="en-US" sz="1500" dirty="0">
                <a:solidFill>
                  <a:srgbClr val="002060"/>
                </a:solidFill>
                <a:latin typeface="Microsoft YaHei" panose="020B0503020204020204" charset="-122"/>
                <a:ea typeface="Microsoft YaHei" panose="020B0503020204020204" charset="-122"/>
              </a:rPr>
              <a:t>設定接手人員可查看離職員工曾發起的表單</a:t>
            </a:r>
            <a:endParaRPr lang="zh-TW" altLang="en-US" sz="1500" dirty="0">
              <a:solidFill>
                <a:srgbClr val="00206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grpSp>
        <p:nvGrpSpPr>
          <p:cNvPr id="47107" name="群組 3"/>
          <p:cNvGrpSpPr/>
          <p:nvPr/>
        </p:nvGrpSpPr>
        <p:grpSpPr>
          <a:xfrm>
            <a:off x="2486025" y="1428750"/>
            <a:ext cx="6530975" cy="3095625"/>
            <a:chOff x="2315" y="2579"/>
            <a:chExt cx="10285" cy="4875"/>
          </a:xfrm>
        </p:grpSpPr>
        <p:pic>
          <p:nvPicPr>
            <p:cNvPr id="47108" name="Picture 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315" y="2579"/>
              <a:ext cx="9478" cy="421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7109" name="Picture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156" y="3370"/>
              <a:ext cx="4445" cy="4084"/>
            </a:xfrm>
            <a:prstGeom prst="rect">
              <a:avLst/>
            </a:prstGeom>
            <a:noFill/>
            <a:ln w="9525">
              <a:noFill/>
            </a:ln>
          </p:spPr>
        </p:pic>
        <p:cxnSp>
          <p:nvCxnSpPr>
            <p:cNvPr id="11" name="直線單箭頭接點 10"/>
            <p:cNvCxnSpPr/>
            <p:nvPr/>
          </p:nvCxnSpPr>
          <p:spPr>
            <a:xfrm>
              <a:off x="9964" y="2944"/>
              <a:ext cx="56" cy="474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7111" name="群組 6"/>
          <p:cNvGrpSpPr/>
          <p:nvPr/>
        </p:nvGrpSpPr>
        <p:grpSpPr>
          <a:xfrm>
            <a:off x="33338" y="1428750"/>
            <a:ext cx="2019300" cy="2420938"/>
            <a:chOff x="4308" y="1903"/>
            <a:chExt cx="4679" cy="4784"/>
          </a:xfrm>
        </p:grpSpPr>
        <p:pic>
          <p:nvPicPr>
            <p:cNvPr id="47112" name="Picture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08" y="1903"/>
              <a:ext cx="4679" cy="478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" name="矩形 4"/>
            <p:cNvSpPr/>
            <p:nvPr/>
          </p:nvSpPr>
          <p:spPr>
            <a:xfrm>
              <a:off x="4648" y="1924"/>
              <a:ext cx="3572" cy="341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TW" altLang="en-US" sz="135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4903" y="5810"/>
              <a:ext cx="4084" cy="426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TW" altLang="en-US" sz="135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47115" name="文字方塊 5"/>
          <p:cNvSpPr txBox="1"/>
          <p:nvPr/>
        </p:nvSpPr>
        <p:spPr>
          <a:xfrm>
            <a:off x="7537450" y="1612900"/>
            <a:ext cx="1327150" cy="320675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 wrap="none" anchor="t" anchorCtr="0">
            <a:spAutoFit/>
          </a:bodyPr>
          <a:p>
            <a:r>
              <a:rPr lang="zh-TW" altLang="zh-TW" sz="1500" dirty="0">
                <a:solidFill>
                  <a:srgbClr val="002060"/>
                </a:solidFill>
                <a:latin typeface="Microsoft YaHei" panose="020B0503020204020204" charset="-122"/>
                <a:ea typeface="Microsoft YaHei" panose="020B0503020204020204" charset="-122"/>
              </a:rPr>
              <a:t>選擇接手人員</a:t>
            </a:r>
            <a:endParaRPr lang="zh-TW" altLang="zh-TW" sz="1500" dirty="0">
              <a:solidFill>
                <a:srgbClr val="00206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53" name="標題 1"/>
          <p:cNvSpPr>
            <a:spLocks noGrp="1"/>
          </p:cNvSpPr>
          <p:nvPr>
            <p:ph type="title"/>
          </p:nvPr>
        </p:nvSpPr>
        <p:spPr>
          <a:xfrm>
            <a:off x="404813" y="539750"/>
            <a:ext cx="8369300" cy="539750"/>
          </a:xfrm>
        </p:spPr>
        <p:txBody>
          <a:bodyPr lIns="101600" tIns="38100" rIns="76200" bIns="38100" anchor="ctr" anchorCtr="0"/>
          <a:p>
            <a:pPr indent="0" defTabSz="685800">
              <a:buNone/>
            </a:pPr>
            <a:r>
              <a:rPr lang="zh-TW" altLang="zh-CN" kern="1200" normalizeH="0" baseline="0">
                <a:latin typeface="+mj-lt"/>
                <a:ea typeface="+mj-ea"/>
                <a:cs typeface="+mj-cs"/>
                <a:sym typeface="Microsoft YaHei" panose="020B0503020204020204" charset="-122"/>
              </a:rPr>
              <a:t>離職員工原稿授權維護作業</a:t>
            </a:r>
            <a:endParaRPr lang="zh-TW" altLang="en-US" kern="1200" normalizeH="0" baseline="0">
              <a:latin typeface="+mj-lt"/>
              <a:ea typeface="+mj-ea"/>
              <a:cs typeface="+mj-cs"/>
              <a:sym typeface="Microsoft YaHei" panose="020B0503020204020204" charset="-122"/>
            </a:endParaRPr>
          </a:p>
        </p:txBody>
      </p:sp>
      <p:pic>
        <p:nvPicPr>
          <p:cNvPr id="49154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4813" y="1276350"/>
            <a:ext cx="4605337" cy="2222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矩形 6"/>
          <p:cNvSpPr/>
          <p:nvPr/>
        </p:nvSpPr>
        <p:spPr>
          <a:xfrm>
            <a:off x="4349750" y="1266825"/>
            <a:ext cx="214313" cy="27146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35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9156" name="文字方塊 4"/>
          <p:cNvSpPr txBox="1"/>
          <p:nvPr/>
        </p:nvSpPr>
        <p:spPr>
          <a:xfrm>
            <a:off x="482600" y="946150"/>
            <a:ext cx="5775325" cy="3206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buClrTx/>
            </a:pPr>
            <a:r>
              <a:rPr lang="zh-TW" altLang="en-US" sz="1500" dirty="0">
                <a:solidFill>
                  <a:srgbClr val="002060"/>
                </a:solidFill>
                <a:latin typeface="Microsoft YaHei" panose="020B0503020204020204" charset="-122"/>
                <a:ea typeface="Microsoft YaHei" panose="020B0503020204020204" charset="-122"/>
                <a:sym typeface="Microsoft YaHei" panose="020B0503020204020204" charset="-122"/>
              </a:rPr>
              <a:t>接手人員可至原稿資料匣，查詢離職人員曾填寫過的表單</a:t>
            </a:r>
            <a:endParaRPr lang="zh-TW" altLang="en-US" sz="1500" dirty="0">
              <a:solidFill>
                <a:srgbClr val="00206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pic>
        <p:nvPicPr>
          <p:cNvPr id="49157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813" y="3498850"/>
            <a:ext cx="5383212" cy="160813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20700" y="1755775"/>
            <a:ext cx="8101013" cy="1214438"/>
          </a:xfrm>
        </p:spPr>
        <p:txBody>
          <a:bodyPr lIns="91440" tIns="45720" rIns="91440" bIns="45720" rtlCol="0" anchor="ctr">
            <a:noAutofit/>
          </a:bodyPr>
          <a:p>
            <a:pPr marL="0" marR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TW" sz="4050" b="1" i="0" u="none" strike="noStrike" kern="1200" cap="none" spc="600" normalizeH="0" baseline="0" noProof="1">
                <a:solidFill>
                  <a:schemeClr val="bg1"/>
                </a:solidFill>
                <a:uFillTx/>
                <a:latin typeface="+標題中文字型" charset="0"/>
                <a:ea typeface="+mj-ea"/>
                <a:cs typeface="+mj-cs"/>
              </a:rPr>
              <a:t>Q&amp;A</a:t>
            </a:r>
            <a:endParaRPr kumimoji="0" lang="en-US" altLang="zh-TW" sz="4050" b="1" i="0" u="none" strike="noStrike" kern="1200" cap="none" spc="600" normalizeH="0" baseline="0" noProof="1">
              <a:solidFill>
                <a:schemeClr val="bg1"/>
              </a:solidFill>
              <a:uFillTx/>
              <a:latin typeface="+標題中文字型" charset="0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TEMPLATE_THUMBS_INDEX" val="1、2、3、6、8、10、11、12、15"/>
  <p:tag name="KSO_WM_TEMPLATE_SUBCATEGORY" val="0"/>
  <p:tag name="KSO_WM_TAG_VERSION" val="1.0"/>
  <p:tag name="KSO_WM_BEAUTIFY_FLAG" val="#wm#"/>
  <p:tag name="KSO_WM_TEMPLATE_INDEX" val="20187308"/>
  <p:tag name="KSO_WM_TEMPLATE_CATEGORY" val="custom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Office 佈景主題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2729</Words>
  <Application>WPS Presentation</Application>
  <PresentationFormat>如螢幕大小 (4:3)</PresentationFormat>
  <Paragraphs>355</Paragraphs>
  <Slides>36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36</vt:i4>
      </vt:variant>
    </vt:vector>
  </HeadingPairs>
  <TitlesOfParts>
    <vt:vector size="50" baseType="lpstr">
      <vt:lpstr>Arial</vt:lpstr>
      <vt:lpstr>新細明體</vt:lpstr>
      <vt:lpstr>Wingdings</vt:lpstr>
      <vt:lpstr>新細明體</vt:lpstr>
      <vt:lpstr>+標題中文字型</vt:lpstr>
      <vt:lpstr>Segoe Print</vt:lpstr>
      <vt:lpstr>Microsoft YaHei</vt:lpstr>
      <vt:lpstr>Wingdings</vt:lpstr>
      <vt:lpstr>SimSun</vt:lpstr>
      <vt:lpstr>Arial Unicode MS</vt:lpstr>
      <vt:lpstr>Calibri</vt:lpstr>
      <vt:lpstr>Wingdings 2</vt:lpstr>
      <vt:lpstr>Office 佈景主題​​</vt:lpstr>
      <vt:lpstr>Paint.Picture</vt:lpstr>
      <vt:lpstr>EasyFlow電子簽核系統 人員離職/異動程序</vt:lpstr>
      <vt:lpstr>人員離職/異動執行程序目的</vt:lpstr>
      <vt:lpstr>人員離職/異動執行程序</vt:lpstr>
      <vt:lpstr>員工維護作業</vt:lpstr>
      <vt:lpstr>員工維護作業</vt:lpstr>
      <vt:lpstr>人員離職/異動執行程序</vt:lpstr>
      <vt:lpstr>部門、專案、標準群組</vt:lpstr>
      <vt:lpstr>組織資料維護作業</vt:lpstr>
      <vt:lpstr>標準群組維護作業</vt:lpstr>
      <vt:lpstr>人員離職/異動執行程序</vt:lpstr>
      <vt:lpstr>流程設定</vt:lpstr>
      <vt:lpstr>流程設定精靈</vt:lpstr>
      <vt:lpstr>人員離職/異動執行程序</vt:lpstr>
      <vt:lpstr>簽核表單</vt:lpstr>
      <vt:lpstr>簽核代理人設定-已解析流程</vt:lpstr>
      <vt:lpstr>簽核代理人設定-已解析流程</vt:lpstr>
      <vt:lpstr>簽核代理人設定-未解析流程</vt:lpstr>
      <vt:lpstr>人員離職/異動執行程序</vt:lpstr>
      <vt:lpstr>職務、職稱簽核表單</vt:lpstr>
      <vt:lpstr>流程設定精靈</vt:lpstr>
      <vt:lpstr>人員離職/異動執行程序</vt:lpstr>
      <vt:lpstr>職務、職稱簽核表單</vt:lpstr>
      <vt:lpstr>流程設定精靈</vt:lpstr>
      <vt:lpstr>人員離職/異動執行程序</vt:lpstr>
      <vt:lpstr>職務、職稱簽核表單</vt:lpstr>
      <vt:lpstr>流程設定精靈</vt:lpstr>
      <vt:lpstr>人員離職/異動執行程序</vt:lpstr>
      <vt:lpstr>直屬主管、代理人</vt:lpstr>
      <vt:lpstr>直屬主管、代理人批量調整</vt:lpstr>
      <vt:lpstr>人員離職/異動執行程序</vt:lpstr>
      <vt:lpstr>員工資料維護作業(設定離職)</vt:lpstr>
      <vt:lpstr>離職員工資料維護作業</vt:lpstr>
      <vt:lpstr>人員離職/異動執行程序</vt:lpstr>
      <vt:lpstr>離職員工原稿授權維護作業</vt:lpstr>
      <vt:lpstr>離職員工原稿授權維護作業</vt:lpstr>
      <vt:lpstr>Q&amp;A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eve</dc:creator>
  <cp:lastModifiedBy>Asus</cp:lastModifiedBy>
  <cp:revision>68</cp:revision>
  <dcterms:created xsi:type="dcterms:W3CDTF">2011-03-01T07:14:00Z</dcterms:created>
  <dcterms:modified xsi:type="dcterms:W3CDTF">2022-07-06T16:03:29Z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1028-11.8.2.8378</vt:lpwstr>
  </property>
</Properties>
</file>