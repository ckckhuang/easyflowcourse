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33" r:id="rId3"/>
    <p:sldId id="334" r:id="rId4"/>
    <p:sldId id="335" r:id="rId5"/>
    <p:sldId id="338" r:id="rId6"/>
    <p:sldId id="339" r:id="rId7"/>
    <p:sldId id="340" r:id="rId8"/>
    <p:sldId id="341" r:id="rId9"/>
    <p:sldId id="343" r:id="rId10"/>
    <p:sldId id="345" r:id="rId11"/>
    <p:sldId id="346" r:id="rId12"/>
    <p:sldId id="347" r:id="rId13"/>
    <p:sldId id="348" r:id="rId14"/>
    <p:sldId id="342" r:id="rId15"/>
    <p:sldId id="337" r:id="rId16"/>
  </p:sldIdLst>
  <p:sldSz cx="9144000" cy="5144135" type="screen16x9"/>
  <p:notesSz cx="6858000" cy="9144000"/>
  <p:defaultTextStyle>
    <a:defPPr>
      <a:defRPr lang="zh-TW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未知的使用者134" initials="未知的使用者134" lastIdx="1" clrIdx="0"/>
  <p:cmAuthor id="757" name="未知用户381" initials="未" lastIdx="1" clrIdx="0"/>
  <p:cmAuthor id="1" name="Johnny Hsieh" initials="J" lastIdx="1" clrIdx="0"/>
  <p:cmAuthor id="758" name="未知用户382" initials="未" lastIdx="1" clrIdx="0"/>
  <p:cmAuthor id="2" name="未知用户6" initials="未" lastIdx="1" clrIdx="0"/>
  <p:cmAuthor id="759" name="未知用户383" initials="未" lastIdx="1" clrIdx="0"/>
  <p:cmAuthor id="3" name="rita" initials="r" lastIdx="1" clrIdx="1"/>
  <p:cmAuthor id="760" name="未知用户384" initials="未" lastIdx="1" clrIdx="0"/>
  <p:cmAuthor id="4" name="Cindy-NB" initials="C" lastIdx="1" clrIdx="0"/>
  <p:cmAuthor id="5" name="Louis Lu" initials="L" lastIdx="5" clrIdx="1"/>
  <p:cmAuthor id="762" name="未知用户385" initials="未" lastIdx="2" clrIdx="0"/>
  <p:cmAuthor id="6" name="未知用户4" initials="未" lastIdx="1" clrIdx="0"/>
  <p:cmAuthor id="763" name="未知用户386" initials="未" lastIdx="1" clrIdx="1"/>
  <p:cmAuthor id="7" name="Kevin Hu" initials="K" lastIdx="1" clrIdx="0"/>
  <p:cmAuthor id="764" name="未知用户429" initials="未" lastIdx="1" clrIdx="0"/>
  <p:cmAuthor id="8" name="Neno Loje" initials="N" lastIdx="1" clrIdx="0"/>
  <p:cmAuthor id="765" name="未知用户348" initials="未" lastIdx="1" clrIdx="0"/>
  <p:cmAuthor id="9" name="Unknown User1" initials="U" lastIdx="1" clrIdx="0"/>
  <p:cmAuthor id="766" name="未知用户430" initials="未" lastIdx="2" clrIdx="0"/>
  <p:cmAuthor id="10" name="elfinhsu" initials="e" lastIdx="1" clrIdx="0"/>
  <p:cmAuthor id="767" name="未知用户389" initials="未" lastIdx="1" clrIdx="0"/>
  <p:cmAuthor id="11" name="未知用户1" initials="未" lastIdx="1" clrIdx="0"/>
  <p:cmAuthor id="768" name="未知用户350" initials="未" lastIdx="1" clrIdx="0"/>
  <p:cmAuthor id="12" name="未知的使用者4" initials="未" lastIdx="1" clrIdx="0"/>
  <p:cmAuthor id="769" name="未知用户431" initials="未" lastIdx="1" clrIdx="0"/>
  <p:cmAuthor id="13" name="未知的使用者2" initials="未" lastIdx="1" clrIdx="0"/>
  <p:cmAuthor id="770" name="未知用户351" initials="未" lastIdx="8" clrIdx="0"/>
  <p:cmAuthor id="14" name="未知的使用者10" initials="未" lastIdx="1" clrIdx="0"/>
  <p:cmAuthor id="771" name="未知用户432" initials="未" lastIdx="1" clrIdx="0"/>
  <p:cmAuthor id="15" name="未知用户12" initials="未" lastIdx="8" clrIdx="0"/>
  <p:cmAuthor id="772" name="未知用户392" initials="未" lastIdx="1" clrIdx="0"/>
  <p:cmAuthor id="16" name="未知用户13" initials="未" lastIdx="1" clrIdx="0"/>
  <p:cmAuthor id="773" name="未知用户433" initials="未" lastIdx="1" clrIdx="0"/>
  <p:cmAuthor id="17" name="未知用户14" initials="未" lastIdx="1" clrIdx="0"/>
  <p:cmAuthor id="774" name="未知用户434" initials="未" lastIdx="1" clrIdx="0"/>
  <p:cmAuthor id="18" name="未知的使用者7" initials="未" lastIdx="1" clrIdx="0"/>
  <p:cmAuthor id="775" name="未知用户393" initials="未" lastIdx="11" clrIdx="0"/>
  <p:cmAuthor id="19" name="未知用户8" initials="未" lastIdx="1" clrIdx="0"/>
  <p:cmAuthor id="776" name="未知用户435" initials="未" lastIdx="7" clrIdx="1"/>
  <p:cmAuthor id="20" name="未知用户9" initials="未" lastIdx="1" clrIdx="0"/>
  <p:cmAuthor id="777" name="未知用户356" initials="未" lastIdx="1" clrIdx="2"/>
  <p:cmAuthor id="21" name="微软用户" initials="微" lastIdx="1" clrIdx="0"/>
  <p:cmAuthor id="778" name="未知用户436" initials="未" lastIdx="1" clrIdx="0"/>
  <p:cmAuthor id="22" name="未知的使用者6" initials="未" lastIdx="1" clrIdx="0"/>
  <p:cmAuthor id="779" name="未知用户396" initials="未" lastIdx="1" clrIdx="0"/>
  <p:cmAuthor id="23" name="August" initials="A" lastIdx="1" clrIdx="0"/>
  <p:cmAuthor id="780" name="未知用户437" initials="未" lastIdx="1" clrIdx="1"/>
  <p:cmAuthor id="24" name="未知用户343" initials="未" lastIdx="1" clrIdx="0"/>
  <p:cmAuthor id="781" name="未知用户397" initials="未" lastIdx="1" clrIdx="0"/>
  <p:cmAuthor id="25" name="未知的使用者19" initials="未" lastIdx="8" clrIdx="0"/>
  <p:cmAuthor id="782" name="未知用户419" initials="未" lastIdx="1" clrIdx="0"/>
  <p:cmAuthor id="26" name="未知的使用者20" initials="未" lastIdx="1" clrIdx="0"/>
  <p:cmAuthor id="783" name="未知用户399" initials="未" lastIdx="2" clrIdx="0"/>
  <p:cmAuthor id="27" name="未知的使用者21" initials="未" lastIdx="1" clrIdx="0"/>
  <p:cmAuthor id="784" name="未知用户438" initials="未" lastIdx="7" clrIdx="1"/>
  <p:cmAuthor id="28" name="未知的使用者17" initials="未" lastIdx="8" clrIdx="0"/>
  <p:cmAuthor id="785" name="未知用户401" initials="未" lastIdx="43" clrIdx="1"/>
  <p:cmAuthor id="29" name="未知的使用者18" initials="未" lastIdx="1" clrIdx="0"/>
  <p:cmAuthor id="786" name="未知用户402" initials="未" lastIdx="1" clrIdx="0"/>
  <p:cmAuthor id="30" name="未知的使用者15" initials="未" lastIdx="1" clrIdx="0"/>
  <p:cmAuthor id="787" name="未知用户403" initials="未" lastIdx="1" clrIdx="0"/>
  <p:cmAuthor id="31" name="Deanna Schuler (Bookey Consulting)" initials="D" lastIdx="2" clrIdx="0"/>
  <p:cmAuthor id="788" name="未知用户327" initials="未" lastIdx="1" clrIdx="0"/>
  <p:cmAuthor id="32" name="Wenwen" initials="W" lastIdx="1" clrIdx="1"/>
  <p:cmAuthor id="789" name="未知用户404" initials="未" lastIdx="1" clrIdx="0"/>
  <p:cmAuthor id="33" name="Administrator" initials="A" lastIdx="1" clrIdx="0"/>
  <p:cmAuthor id="790" name="未知用户405" initials="未" lastIdx="1" clrIdx="0"/>
  <p:cmAuthor id="34" name="未知的使用者100" initials="未" lastIdx="0" clrIdx="1"/>
  <p:cmAuthor id="791" name="未知用户439" initials="未" lastIdx="2" clrIdx="0"/>
  <p:cmAuthor id="792" name="未知用户406" initials="未" lastIdx="0" clrIdx="0"/>
  <p:cmAuthor id="36" name="未知用户15" initials="未" lastIdx="0" clrIdx="1"/>
  <p:cmAuthor id="793" name="未知用户440" initials="未" lastIdx="1" clrIdx="0"/>
  <p:cmAuthor id="37" name="庆芳 许" initials="庆芳" lastIdx="1" clrIdx="2"/>
  <p:cmAuthor id="794" name="未知用户441" initials="未" lastIdx="1" clrIdx="0"/>
  <p:cmAuthor id="38" name="hu yan" initials="hy" lastIdx="1" clrIdx="3"/>
  <p:cmAuthor id="795" name="未知用户442" initials="未" lastIdx="1" clrIdx="0"/>
  <p:cmAuthor id="796" name="未知用户409" initials="未" lastIdx="2" clrIdx="2"/>
  <p:cmAuthor id="40" name="未知的使用者11" initials="未" lastIdx="1" clrIdx="0"/>
  <p:cmAuthor id="797" name="未知用户443" initials="未" lastIdx="1" clrIdx="0"/>
  <p:cmAuthor id="41" name="Unknown User7" initials="U" lastIdx="1" clrIdx="0"/>
  <p:cmAuthor id="798" name="未知用户411" initials="未" lastIdx="3" clrIdx="1"/>
  <p:cmAuthor id="42" name="Unknown User8" initials="U" lastIdx="1" clrIdx="0"/>
  <p:cmAuthor id="799" name="未知用户444" initials="未" lastIdx="6" clrIdx="0"/>
  <p:cmAuthor id="43" name="未知的使用者8" initials="未" lastIdx="1" clrIdx="0"/>
  <p:cmAuthor id="800" name="未知用户413" initials="未" lastIdx="1" clrIdx="1"/>
  <p:cmAuthor id="44" name="未知用户19" initials="未" lastIdx="1" clrIdx="0"/>
  <p:cmAuthor id="801" name="未知用户445" initials="未" lastIdx="1" clrIdx="0"/>
  <p:cmAuthor id="45" name="未知的使用者51" initials="未" lastIdx="10" clrIdx="0"/>
  <p:cmAuthor id="802" name="未知用户446" initials="未" lastIdx="1" clrIdx="0"/>
  <p:cmAuthor id="46" name="未知的使用者53" initials="未" lastIdx="1" clrIdx="0"/>
  <p:cmAuthor id="803" name="未知用户447" initials="未" lastIdx="1" clrIdx="0"/>
  <p:cmAuthor id="47" name="未知的使用者46" initials="未" lastIdx="1" clrIdx="1"/>
  <p:cmAuthor id="804" name="未知用户448" initials="未" lastIdx="1" clrIdx="0"/>
  <p:cmAuthor id="48" name="未知用户2" initials="未" lastIdx="1" clrIdx="0"/>
  <p:cmAuthor id="805" name="未知用户333" initials="未" lastIdx="1" clrIdx="0"/>
  <p:cmAuthor id="49" name="未知的使用者24" initials="未" lastIdx="8" clrIdx="0"/>
  <p:cmAuthor id="806" name="未知用户417" initials="未" lastIdx="1" clrIdx="0"/>
  <p:cmAuthor id="50" name="未知的使用者25" initials="未" lastIdx="1" clrIdx="0"/>
  <p:cmAuthor id="807" name="未知用户449" initials="未" lastIdx="1" clrIdx="0"/>
  <p:cmAuthor id="51" name="未知的使用者26" initials="未" lastIdx="1" clrIdx="0"/>
  <p:cmAuthor id="808" name="未知用户418" initials="未" lastIdx="1" clrIdx="0"/>
  <p:cmAuthor id="52" name="未知的使用者27" initials="未" lastIdx="8" clrIdx="0"/>
  <p:cmAuthor id="809" name="未知用户450" initials="未" lastIdx="6" clrIdx="0"/>
  <p:cmAuthor id="53" name="未知的使用者28" initials="未" lastIdx="1" clrIdx="0"/>
  <p:cmAuthor id="810" name="未知用户423" initials="未" lastIdx="0" clrIdx="0"/>
  <p:cmAuthor id="54" name="未知的使用者29" initials="未" lastIdx="1" clrIdx="0"/>
  <p:cmAuthor id="811" name="未知用户424" initials="未" lastIdx="5" clrIdx="0"/>
  <p:cmAuthor id="55" name="Jason Wang" initials="J" lastIdx="1" clrIdx="0"/>
  <p:cmAuthor id="812" name="未知用户425" initials="未" lastIdx="3" clrIdx="1"/>
  <p:cmAuthor id="56" name="未知用户5" initials="未" lastIdx="1" clrIdx="0"/>
  <p:cmAuthor id="813" name="未知用户451" initials="未" lastIdx="1" clrIdx="0"/>
  <p:cmAuthor id="57" name="未知的使用者9" initials="未" lastIdx="1" clrIdx="0"/>
  <p:cmAuthor id="814" name="未知用户452" initials="未" lastIdx="1" clrIdx="0"/>
  <p:cmAuthor id="58" name="王鹏凯" initials="王" lastIdx="1" clrIdx="0"/>
  <p:cmAuthor id="815" name="未知用户453" initials="未" lastIdx="1" clrIdx="0"/>
  <p:cmAuthor id="816" name="未知用户454" initials="未" lastIdx="1" clrIdx="2"/>
  <p:cmAuthor id="60" name="Saku Uchikawa" initials="S" lastIdx="11" clrIdx="0"/>
  <p:cmAuthor id="817" name="未知用户455" initials="未" lastIdx="1" clrIdx="0"/>
  <p:cmAuthor id="61" name="未知的使用者3" initials="未" lastIdx="7" clrIdx="1"/>
  <p:cmAuthor id="818" name="未知用户456" initials="未" lastIdx="1" clrIdx="0"/>
  <p:cmAuthor id="62" name="張秀娟" initials="張" lastIdx="1" clrIdx="2"/>
  <p:cmAuthor id="819" name="未知用户457" initials="未" lastIdx="10" clrIdx="0"/>
  <p:cmAuthor id="63" name="未知的使用者34" initials="未" lastIdx="1" clrIdx="0"/>
  <p:cmAuthor id="820" name="未知用户458" initials="未" lastIdx="1" clrIdx="0"/>
  <p:cmAuthor id="64" name="未知的使用者35" initials="未" lastIdx="1" clrIdx="0"/>
  <p:cmAuthor id="65" name="未知的使用者30" initials="未" lastIdx="8" clrIdx="0"/>
  <p:cmAuthor id="66" name="未知的使用者31" initials="未" lastIdx="1" clrIdx="0"/>
  <p:cmAuthor id="67" name="未知的使用者32" initials="未" lastIdx="1" clrIdx="0"/>
  <p:cmAuthor id="68" name="未知的使用者22" initials="未" lastIdx="8" clrIdx="0"/>
  <p:cmAuthor id="69" name="未知的使用者23" initials="未" lastIdx="1" clrIdx="0"/>
  <p:cmAuthor id="70" name="LeeElva" initials="L" lastIdx="1" clrIdx="0"/>
  <p:cmAuthor id="71" name="未知用户22" initials="未" lastIdx="1" clrIdx="0"/>
  <p:cmAuthor id="72" name="未知用户24" initials="未" lastIdx="1" clrIdx="0"/>
  <p:cmAuthor id="73" name="未知用户66" initials="未" lastIdx="1" clrIdx="0"/>
  <p:cmAuthor id="74" name="未知用户67" initials="未" lastIdx="1" clrIdx="0"/>
  <p:cmAuthor id="75" name="未知用户62" initials="未" lastIdx="1" clrIdx="1"/>
  <p:cmAuthor id="76" name="P00035_jeremy" initials="P" lastIdx="1" clrIdx="0"/>
  <p:cmAuthor id="77" name="朱晓瑜" initials="朱" lastIdx="54" clrIdx="0"/>
  <p:cmAuthor id="78" name="djj" initials="d" lastIdx="2" clrIdx="0"/>
  <p:cmAuthor id="79" name="lianghb" initials="l" lastIdx="19" clrIdx="0"/>
  <p:cmAuthor id="80" name="linyd" initials="l" lastIdx="3" clrIdx="1"/>
  <p:cmAuthor id="81" name="muzi wei" initials="m" lastIdx="1" clrIdx="0"/>
  <p:cmAuthor id="82" name="Windows 用户" initials="W" lastIdx="1" clrIdx="0"/>
  <p:cmAuthor id="83" name="未知用户56" initials="未" lastIdx="1" clrIdx="0"/>
  <p:cmAuthor id="84" name="未知用户55" initials="未" lastIdx="1" clrIdx="0"/>
  <p:cmAuthor id="85" name="未知用户51" initials="未" lastIdx="1" clrIdx="1"/>
  <p:cmAuthor id="86" name="未知的使用者16" initials="未" lastIdx="8" clrIdx="0"/>
  <p:cmAuthor id="87" name="Shawna Strickland" initials="S" lastIdx="2" clrIdx="0"/>
  <p:cmAuthor id="88" name="Ashley Eberenz" initials="A" lastIdx="7" clrIdx="1"/>
  <p:cmAuthor id="89" name="Mary Feil-Jacobs" initials="M" lastIdx="43" clrIdx="1"/>
  <p:cmAuthor id="90" name="未知用户81" initials="未" lastIdx="1" clrIdx="0"/>
  <p:cmAuthor id="91" name="未知用户82" initials="未" lastIdx="1" clrIdx="0"/>
  <p:cmAuthor id="92" name="未知用户83" initials="未" lastIdx="1" clrIdx="1"/>
  <p:cmAuthor id="93" name="未知的使用者67" initials="未" lastIdx="1" clrIdx="0"/>
  <p:cmAuthor id="94" name="未知的使用者68" initials="未" lastIdx="1" clrIdx="0"/>
  <p:cmAuthor id="95" name="未知的使用者69" initials="未" lastIdx="1" clrIdx="1"/>
  <p:cmAuthor id="96" name="未知的使用者56" initials="未" lastIdx="1" clrIdx="0"/>
  <p:cmAuthor id="97" name="未知的使用者55" initials="未" lastIdx="1" clrIdx="0"/>
  <p:cmAuthor id="98" name="未知的使用者52" initials="未" lastIdx="1" clrIdx="1"/>
  <p:cmAuthor id="99" name="未知的使用者72" initials="未" lastIdx="1" clrIdx="0"/>
  <p:cmAuthor id="100" name="未知的使用者74" initials="未" lastIdx="1" clrIdx="0"/>
  <p:cmAuthor id="101" name="未知的使用者71" initials="未" lastIdx="1" clrIdx="1"/>
  <p:cmAuthor id="102" name="P1063cindychen" initials="P" lastIdx="6" clrIdx="0"/>
  <p:cmAuthor id="103" name="Daniel Wuu" initials="D" lastIdx="1" clrIdx="0"/>
  <p:cmAuthor id="104" name="px" initials="p" lastIdx="3" clrIdx="1"/>
  <p:cmAuthor id="105" name="LiuHui" initials="L" lastIdx="1" clrIdx="0"/>
  <p:cmAuthor id="106" name="AbuSina" initials="A" lastIdx="2" clrIdx="0"/>
  <p:cmAuthor id="107" name="Sky123.Org" initials="S" lastIdx="1" clrIdx="0"/>
  <p:cmAuthor id="108" name="周元元" initials="周" lastIdx="5" clrIdx="0"/>
  <p:cmAuthor id="109" name="未知用户18" initials="未" lastIdx="10" clrIdx="0"/>
  <p:cmAuthor id="110" name="未知用户21" initials="未" lastIdx="1" clrIdx="0"/>
  <p:cmAuthor id="111" name="YUMINGNJ" initials="Y" lastIdx="3" clrIdx="0"/>
  <p:cmAuthor id="112" name="daphne" initials="d" lastIdx="1" clrIdx="0"/>
  <p:cmAuthor id="113" name="qiantong" initials="q" lastIdx="3" clrIdx="1"/>
  <p:cmAuthor id="114" name="116304" initials="1" lastIdx="1" clrIdx="1"/>
  <p:cmAuthor id="115" name="未知的使用者13" initials="未" lastIdx="1" clrIdx="0"/>
  <p:cmAuthor id="116" name="未知的使用者14" initials="未" lastIdx="2" clrIdx="0"/>
  <p:cmAuthor id="117" name="廖麗華" initials="廖" lastIdx="1" clrIdx="0"/>
  <p:cmAuthor id="118" name="未知的使用者12" initials="未" lastIdx="1" clrIdx="0"/>
  <p:cmAuthor id="119" name="qihua-DCMS" initials="q" lastIdx="0" clrIdx="0"/>
  <p:cmAuthor id="120" name="yuanzh" initials="y" lastIdx="1" clrIdx="1"/>
  <p:cmAuthor id="121" name="曾红" initials="曾" lastIdx="0" clrIdx="0"/>
  <p:cmAuthor id="122" name="未知用户16" initials="未" lastIdx="1" clrIdx="0"/>
  <p:cmAuthor id="123" name="未知用户17" initials="未" lastIdx="0" clrIdx="1"/>
  <p:cmAuthor id="124" name="mm" initials="m" lastIdx="1" clrIdx="0"/>
  <p:cmAuthor id="125" name="liupeng" initials="l" lastIdx="1" clrIdx="1"/>
  <p:cmAuthor id="126" name="周宏達JerryChou" initials="周" lastIdx="6" clrIdx="2"/>
  <p:cmAuthor id="127" name="luxu" initials="l" lastIdx="22" clrIdx="0"/>
  <p:cmAuthor id="128" name="hl sun" initials="h" lastIdx="1" clrIdx="0"/>
  <p:cmAuthor id="129" name="不明使用者20" initials="不" lastIdx="1" clrIdx="0"/>
  <p:cmAuthor id="130" name="不明使用者21" initials="不" lastIdx="1" clrIdx="0"/>
  <p:cmAuthor id="131" name="不明使用者18" initials="不" lastIdx="0" clrIdx="1"/>
  <p:cmAuthor id="132" name="不明使用者19" initials="不" lastIdx="1" clrIdx="0"/>
  <p:cmAuthor id="133" name="yuexuejun" initials="y" lastIdx="3" clrIdx="0"/>
  <p:cmAuthor id="134" name="未知的使用者76" initials="未" lastIdx="1" clrIdx="0"/>
  <p:cmAuthor id="135" name="未知的使用者70" initials="未" lastIdx="1" clrIdx="0"/>
  <p:cmAuthor id="136" name="未知的使用者73" initials="未" lastIdx="1" clrIdx="0"/>
  <p:cmAuthor id="137" name="未知用户57" initials="未" lastIdx="1" clrIdx="0"/>
  <p:cmAuthor id="138" name="未知用户58" initials="未" lastIdx="5" clrIdx="1"/>
  <p:cmAuthor id="139" name="未知用户59" initials="未" lastIdx="0" clrIdx="1"/>
  <p:cmAuthor id="140" name="Christina" initials="C" lastIdx="0" clrIdx="0"/>
  <p:cmAuthor id="141" name="jet" initials="j" lastIdx="1" clrIdx="0"/>
  <p:cmAuthor id="142" name="未知用户103" initials="未" lastIdx="1" clrIdx="0"/>
  <p:cmAuthor id="143" name="未知用户104" initials="未" lastIdx="1" clrIdx="0"/>
  <p:cmAuthor id="144" name="未知用户102" initials="未" lastIdx="1" clrIdx="1"/>
  <p:cmAuthor id="145" name="未知用户99" initials="未" lastIdx="1" clrIdx="0"/>
  <p:cmAuthor id="146" name="未知的使用者95" initials="未" lastIdx="1" clrIdx="0"/>
  <p:cmAuthor id="147" name="未知的使用者92" initials="未" lastIdx="1" clrIdx="0"/>
  <p:cmAuthor id="148" name="未知的使用者93" initials="未" lastIdx="1" clrIdx="1"/>
  <p:cmAuthor id="149" name="未知的使用者94" initials="未" lastIdx="1" clrIdx="2"/>
  <p:cmAuthor id="150" name="未知的使用者119" initials="未" lastIdx="1" clrIdx="0"/>
  <p:cmAuthor id="151" name="未知的使用者120" initials="未" lastIdx="1" clrIdx="0"/>
  <p:cmAuthor id="152" name="未知的使用者121" initials="未" lastIdx="1" clrIdx="1"/>
  <p:cmAuthor id="153" name="未知的使用者111" initials="未" lastIdx="1" clrIdx="2"/>
  <p:cmAuthor id="154" name="未知用户114" initials="未" lastIdx="1" clrIdx="0"/>
  <p:cmAuthor id="155" name="未知用户115" initials="未" lastIdx="1" clrIdx="0"/>
  <p:cmAuthor id="156" name="未知用户116" initials="未" lastIdx="1" clrIdx="1"/>
  <p:cmAuthor id="157" name="未知用户117" initials="未" lastIdx="1" clrIdx="2"/>
  <p:cmAuthor id="158" name="未知用户61" initials="未" lastIdx="8" clrIdx="0"/>
  <p:cmAuthor id="159" name="未知用户60" initials="未" lastIdx="1" clrIdx="0"/>
  <p:cmAuthor id="160" name="未知用户123" initials="未" lastIdx="1" clrIdx="0"/>
  <p:cmAuthor id="161" name="未知用户124" initials="未" lastIdx="1" clrIdx="0"/>
  <p:cmAuthor id="162" name="未知用户125" initials="未" lastIdx="1" clrIdx="1"/>
  <p:cmAuthor id="163" name="未知用户126" initials="未" lastIdx="1" clrIdx="0"/>
  <p:cmAuthor id="164" name="未知用户63" initials="未" lastIdx="1" clrIdx="1"/>
  <p:cmAuthor id="165" name="未知用户84" initials="未" lastIdx="1" clrIdx="0"/>
  <p:cmAuthor id="166" name="未知用户105" initials="未" lastIdx="1" clrIdx="0"/>
  <p:cmAuthor id="167" name="未知用户106" initials="未" lastIdx="1" clrIdx="0"/>
  <p:cmAuthor id="168" name="未知用户107" initials="未" lastIdx="1" clrIdx="1"/>
  <p:cmAuthor id="169" name="未知用户108" initials="未" lastIdx="1" clrIdx="0"/>
  <p:cmAuthor id="170" name="Unknown User69" initials="U" lastIdx="8" clrIdx="0"/>
  <p:cmAuthor id="171" name="未知用户186" initials="未" lastIdx="1" clrIdx="0"/>
  <p:cmAuthor id="172" name="thomas" initials="t" lastIdx="1" clrIdx="49"/>
  <p:cmAuthor id="173" name="唐可欣" initials="唐" lastIdx="1" clrIdx="0"/>
  <p:cmAuthor id="174" name="未知的使用者33" initials="未" lastIdx="1" clrIdx="0"/>
  <p:cmAuthor id="175" name="Ted Su" initials="T" lastIdx="1" clrIdx="78"/>
  <p:cmAuthor id="176" name="未知的使用者110" initials="未" lastIdx="1" clrIdx="0"/>
  <p:cmAuthor id="178" name="未知的使用者223" initials="未" lastIdx="1" clrIdx="1"/>
  <p:cmAuthor id="179" name="未知用户85" initials="未" lastIdx="1" clrIdx="0"/>
  <p:cmAuthor id="180" name="R affer" initials="R" lastIdx="1" clrIdx="0"/>
  <p:cmAuthor id="181" name="未知用户86" initials="未" lastIdx="1" clrIdx="0"/>
  <p:cmAuthor id="182" name="未知用户129" initials="未" lastIdx="1" clrIdx="0"/>
  <p:cmAuthor id="183" name="未知用户127" initials="未" lastIdx="1" clrIdx="1"/>
  <p:cmAuthor id="184" name="未知用户128" initials="未" lastIdx="1" clrIdx="2"/>
  <p:cmAuthor id="185" name="shinin" initials="s" lastIdx="2" clrIdx="0"/>
  <p:cmAuthor id="186" name="未知用户109" initials="未" lastIdx="1" clrIdx="1"/>
  <p:cmAuthor id="187" name="未知的使用者41" initials="未" lastIdx="1" clrIdx="0"/>
  <p:cmAuthor id="188" name="Unknown User28" initials="U" lastIdx="3" clrIdx="1"/>
  <p:cmAuthor id="189" name="未知用户10" initials="未知用户10" lastIdx="1" clrIdx="1"/>
  <p:cmAuthor id="190" name="未知用户11" initials="未知用户11" lastIdx="1" clrIdx="0"/>
  <p:cmAuthor id="191" name="Unknown User117" initials="U" lastIdx="10" clrIdx="0"/>
  <p:cmAuthor id="192" name="Unknown User63" initials="U" lastIdx="8" clrIdx="0"/>
  <p:cmAuthor id="193" name="Unknown User115" initials="U" lastIdx="10" clrIdx="0"/>
  <p:cmAuthor id="194" name="Unknown User116" initials="U" lastIdx="0" clrIdx="1"/>
  <p:cmAuthor id="195" name="Unknown User65" initials="U" lastIdx="1" clrIdx="0"/>
  <p:cmAuthor id="196" name="Unknown User66" initials="U" lastIdx="1" clrIdx="0"/>
  <p:cmAuthor id="197" name="Unknown User67" initials="U" lastIdx="1" clrIdx="0"/>
  <p:cmAuthor id="198" name="未知的使用者156" initials="未" lastIdx="1" clrIdx="0"/>
  <p:cmAuthor id="199" name="未知的使用者138" initials="未" lastIdx="1" clrIdx="1"/>
  <p:cmAuthor id="200" name="Unknown User70" initials="U" lastIdx="1" clrIdx="0"/>
  <p:cmAuthor id="201" name="未知的使用者112" initials="未" lastIdx="1" clrIdx="1"/>
  <p:cmAuthor id="202" name="未知的使用者113" initials="未" lastIdx="1" clrIdx="2"/>
  <p:cmAuthor id="203" name="未知的使用者117" initials="未" lastIdx="1" clrIdx="0"/>
  <p:cmAuthor id="204" name="未知的使用者118" initials="未" lastIdx="1" clrIdx="0"/>
  <p:cmAuthor id="205" name="未知的使用者115" initials="未" lastIdx="1" clrIdx="1"/>
  <p:cmAuthor id="206" name="clinchen" initials="c" lastIdx="0" clrIdx="1"/>
  <p:cmAuthor id="207" name="Unknown User68" initials="U" lastIdx="1" clrIdx="0"/>
  <p:cmAuthor id="208" name="hanjuncompany" initials="h" lastIdx="1" clrIdx="0"/>
  <p:cmAuthor id="209" name="未知用户3" initials="未" lastIdx="1" clrIdx="0"/>
  <p:cmAuthor id="210" name="kathy chen" initials="k" lastIdx="3" clrIdx="0"/>
  <p:cmAuthor id="211" name="未知的使用者63" initials="未" lastIdx="1" clrIdx="0"/>
  <p:cmAuthor id="212" name="未知的使用者64" initials="未" lastIdx="3" clrIdx="1"/>
  <p:cmAuthor id="213" name="未知的使用者48" initials="未" lastIdx="1" clrIdx="0"/>
  <p:cmAuthor id="214" name="未知的使用者47" initials="未" lastIdx="1" clrIdx="0"/>
  <p:cmAuthor id="215" name="未知的使用者49" initials="未" lastIdx="1" clrIdx="0"/>
  <p:cmAuthor id="216" name="未知的使用者60" initials="未" lastIdx="8" clrIdx="0"/>
  <p:cmAuthor id="217" name="未知的使用者59" initials="未" lastIdx="1" clrIdx="0"/>
  <p:cmAuthor id="218" name="未知的使用者57" initials="未" lastIdx="1" clrIdx="0"/>
  <p:cmAuthor id="219" name="未知的使用者54" initials="未" lastIdx="1" clrIdx="0"/>
  <p:cmAuthor id="220" name="未知的使用者66" initials="未" lastIdx="8" clrIdx="0"/>
  <p:cmAuthor id="221" name="未知的使用者65" initials="未" lastIdx="1" clrIdx="0"/>
  <p:cmAuthor id="222" name="maxine" initials="m" lastIdx="0" clrIdx="0"/>
  <p:cmAuthor id="223" name="未知的使用者43" initials="未" lastIdx="1" clrIdx="0"/>
  <p:cmAuthor id="224" name="未知的使用者40" initials="未" lastIdx="1" clrIdx="0"/>
  <p:cmAuthor id="225" name="未知的使用者105" initials="未" lastIdx="1" clrIdx="0"/>
  <p:cmAuthor id="226" name="未知的使用者106" initials="未" lastIdx="3" clrIdx="1"/>
  <p:cmAuthor id="227" name="未知的使用者107" initials="未" lastIdx="1" clrIdx="1"/>
  <p:cmAuthor id="228" name="未知的使用者108" initials="未" lastIdx="1" clrIdx="0"/>
  <p:cmAuthor id="229" name="未知的使用者86" initials="未" lastIdx="1" clrIdx="0"/>
  <p:cmAuthor id="230" name="未知的使用者103" initials="未" lastIdx="8" clrIdx="0"/>
  <p:cmAuthor id="231" name="未知的使用者104" initials="未" lastIdx="1" clrIdx="0"/>
  <p:cmAuthor id="232" name="未知的使用者98" initials="未" lastIdx="1" clrIdx="0"/>
  <p:cmAuthor id="233" name="未知的使用者116" initials="未" lastIdx="1" clrIdx="1"/>
  <p:cmAuthor id="234" name="未知的使用者42" initials="未" lastIdx="8" clrIdx="0"/>
  <p:cmAuthor id="235" name="未知的使用者44" initials="未" lastIdx="1" clrIdx="0"/>
  <p:cmAuthor id="236" name="未知的使用者36" initials="未" lastIdx="8" clrIdx="0"/>
  <p:cmAuthor id="237" name="未知的使用者37" initials="未" lastIdx="1" clrIdx="0"/>
  <p:cmAuthor id="238" name="未知的使用者38" initials="未" lastIdx="1" clrIdx="0"/>
  <p:cmAuthor id="239" name="未知的使用者45" initials="未" lastIdx="8" clrIdx="0"/>
  <p:cmAuthor id="240" name="未知的使用者126" initials="未" lastIdx="1" clrIdx="0"/>
  <p:cmAuthor id="241" name="未知的使用者127" initials="未" lastIdx="3" clrIdx="1"/>
  <p:cmAuthor id="242" name="未知的使用者128" initials="未" lastIdx="1" clrIdx="1"/>
  <p:cmAuthor id="243" name="未知的使用者124" initials="未" lastIdx="1" clrIdx="0"/>
  <p:cmAuthor id="244" name="未知的使用者125" initials="未" lastIdx="1" clrIdx="0"/>
  <p:cmAuthor id="245" name="Sara Chen" initials="S" lastIdx="1" clrIdx="0"/>
  <p:cmAuthor id="246" name="huang gerrard" initials="h" lastIdx="1" clrIdx="0"/>
  <p:cmAuthor id="247" name="未知用户170" initials="未" lastIdx="1" clrIdx="0"/>
  <p:cmAuthor id="248" name="未知用户171" initials="未" lastIdx="5" clrIdx="1"/>
  <p:cmAuthor id="249" name="未知用户172" initials="未" lastIdx="1" clrIdx="1"/>
  <p:cmAuthor id="250" name="未知用户173" initials="未" lastIdx="1" clrIdx="0"/>
  <p:cmAuthor id="251" name="未知用户149" initials="未" lastIdx="1" clrIdx="0"/>
  <p:cmAuthor id="252" name="未知用户150" initials="未" lastIdx="1" clrIdx="0"/>
  <p:cmAuthor id="253" name="未知用户151" initials="未" lastIdx="2" clrIdx="0"/>
  <p:cmAuthor id="254" name="未知用户152" initials="未" lastIdx="8" clrIdx="0"/>
  <p:cmAuthor id="255" name="未知用户153" initials="未" lastIdx="8" clrIdx="0"/>
  <p:cmAuthor id="256" name="未知用户154" initials="未" lastIdx="1" clrIdx="0"/>
  <p:cmAuthor id="257" name="未知用户155" initials="未" lastIdx="1" clrIdx="0"/>
  <p:cmAuthor id="258" name="未知用户41" initials="未" lastIdx="8" clrIdx="0"/>
  <p:cmAuthor id="259" name="未知用户44" initials="未" lastIdx="1" clrIdx="0"/>
  <p:cmAuthor id="260" name="未知用户45" initials="未" lastIdx="1" clrIdx="0"/>
  <p:cmAuthor id="261" name="未知用户156" initials="未" lastIdx="10" clrIdx="0"/>
  <p:cmAuthor id="262" name="未知用户64" initials="未" lastIdx="1" clrIdx="0"/>
  <p:cmAuthor id="263" name="未知用户65" initials="未" lastIdx="1" clrIdx="0"/>
  <p:cmAuthor id="264" name="未知用户68" initials="未" lastIdx="1" clrIdx="0"/>
  <p:cmAuthor id="265" name="未知用户69" initials="未" lastIdx="2" clrIdx="0"/>
  <p:cmAuthor id="266" name="James" initials="J" lastIdx="1" clrIdx="0"/>
  <p:cmAuthor id="267" name="未知用户71" initials="未" lastIdx="1" clrIdx="0"/>
  <p:cmAuthor id="268" name="未知用户72" initials="未" lastIdx="1" clrIdx="0"/>
  <p:cmAuthor id="269" name="未知用户73" initials="未" lastIdx="2" clrIdx="0"/>
  <p:cmAuthor id="270" name="未知用户49" initials="未" lastIdx="1" clrIdx="0"/>
  <p:cmAuthor id="271" name="未知用户50" initials="未" lastIdx="1" clrIdx="0"/>
  <p:cmAuthor id="272" name="未知用户52" initials="未" lastIdx="1" clrIdx="0"/>
  <p:cmAuthor id="273" name="MA15" initials="M" lastIdx="1" clrIdx="0"/>
  <p:cmAuthor id="274" name="未知用户47" initials="未" lastIdx="6" clrIdx="0"/>
  <p:cmAuthor id="275" name="未知用户53" initials="未" lastIdx="10" clrIdx="0"/>
  <p:cmAuthor id="276" name="未知用户96" initials="未" lastIdx="1" clrIdx="0"/>
  <p:cmAuthor id="277" name="未知用户48" initials="未" lastIdx="1" clrIdx="0"/>
  <p:cmAuthor id="278" name="未知用户97" initials="未" lastIdx="2" clrIdx="0"/>
  <p:cmAuthor id="279" name="未知用户40" initials="未" lastIdx="5" clrIdx="1"/>
  <p:cmAuthor id="280" name="未知用户43" initials="未" lastIdx="1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4" name="x230" initials="x" lastIdx="1" clrIdx="0"/>
  <p:cmAuthor id="287" name="未知用户95" initials="未" lastIdx="1" clrIdx="0"/>
  <p:cmAuthor id="288" name="Evonlin" initials="E" lastIdx="2" clrIdx="2"/>
  <p:cmAuthor id="289" name="未知用户42" initials="未" lastIdx="1" clrIdx="0"/>
  <p:cmAuthor id="290" name="未知的使用者39" initials="未" lastIdx="10" clrIdx="0"/>
  <p:cmAuthor id="291" name="未知的使用者109" initials="未" lastIdx="5" clrIdx="1"/>
  <p:cmAuthor id="292" name="未知的使用者122" initials="未" lastIdx="1" clrIdx="0"/>
  <p:cmAuthor id="293" name="未知的使用者123" initials="未" lastIdx="8" clrIdx="0"/>
  <p:cmAuthor id="294" name="未知用户93" initials="未" lastIdx="1" clrIdx="0"/>
  <p:cmAuthor id="295" name="未知用户90" initials="未" lastIdx="5" clrIdx="1"/>
  <p:cmAuthor id="296" name="未知用户91" initials="未" lastIdx="0" clrIdx="1"/>
  <p:cmAuthor id="297" name="未知用户92" initials="未" lastIdx="1" clrIdx="0"/>
  <p:cmAuthor id="298" name="未知用户74" initials="未" lastIdx="5" clrIdx="1"/>
  <p:cmAuthor id="299" name="未知用户75" initials="未" lastIdx="8" clrIdx="0"/>
  <p:cmAuthor id="300" name="未知用户76" initials="未" lastIdx="1" clrIdx="0"/>
  <p:cmAuthor id="301" name="未知用户77" initials="未" lastIdx="8" clrIdx="0"/>
  <p:cmAuthor id="302" name="未知用户78" initials="未" lastIdx="8" clrIdx="0"/>
  <p:cmAuthor id="303" name="未知用户79" initials="未" lastIdx="1" clrIdx="0"/>
  <p:cmAuthor id="304" name="未知用户80" initials="未" lastIdx="1" clrIdx="0"/>
  <p:cmAuthor id="305" name="未知的使用者50" initials="未" lastIdx="1" clrIdx="0"/>
  <p:cmAuthor id="306" name="Harry xu" initials="H" lastIdx="1" clrIdx="0"/>
  <p:cmAuthor id="307" name="未知的使用者62" initials="未" lastIdx="1" clrIdx="1"/>
  <p:cmAuthor id="308" name="未知的使用者58" initials="未" lastIdx="1" clrIdx="0"/>
  <p:cmAuthor id="309" name="未知用户38" initials="未" lastIdx="8" clrIdx="0"/>
  <p:cmAuthor id="310" name="未知用户28" initials="未知用户28" lastIdx="1" clrIdx="0"/>
  <p:cmAuthor id="311" name="未知用户29" initials="未知用户29" lastIdx="1" clrIdx="2"/>
  <p:cmAuthor id="312" name="未知用户30" initials="未知用户30" lastIdx="2" clrIdx="0"/>
  <p:cmAuthor id="313" name="未知用户31" initials="未知用户31" lastIdx="1" clrIdx="75"/>
  <p:cmAuthor id="314" name="Vicky" initials="V" lastIdx="1" clrIdx="1"/>
  <p:cmAuthor id="315" name="刘云轩" initials="刘" lastIdx="1" clrIdx="0"/>
  <p:cmAuthor id="316" name="sharon" initials="s" lastIdx="1" clrIdx="84"/>
  <p:cmAuthor id="317" name="未知用户32" initials="未知用户32" lastIdx="1" clrIdx="0"/>
  <p:cmAuthor id="318" name="未知用户33" initials="未知用户33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alpha" initials="a" lastIdx="1" clrIdx="0"/>
  <p:cmAuthor id="323" name="未知用户37" initials="未" lastIdx="1" clrIdx="0"/>
  <p:cmAuthor id="324" name="Unknown User22" initials="U" lastIdx="1" clrIdx="0"/>
  <p:cmAuthor id="325" name="Unknown User23" initials="U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未知用户34" initials="未知用户34" lastIdx="8" clrIdx="0"/>
  <p:cmAuthor id="341" name="未知的使用者155" initials="未" lastIdx="1" clrIdx="0"/>
  <p:cmAuthor id="342" name="未知用户36" initials="未知用户36" lastIdx="1" clrIdx="0"/>
  <p:cmAuthor id="343" name="未知的使用者102" initials="未" lastIdx="5" clrIdx="1"/>
  <p:cmAuthor id="344" name="未知用户26" initials="未" lastIdx="1" clrIdx="0"/>
  <p:cmAuthor id="345" name="仝德志" initials="仝" lastIdx="1" clrIdx="0"/>
  <p:cmAuthor id="346" name="未知用户112" initials="未知用户112" lastIdx="4" clrIdx="0"/>
  <p:cmAuthor id="348" name="未知的使用者169" initials="未" lastIdx="1" clrIdx="0"/>
  <p:cmAuthor id="349" name="未知的使用者183" initials="未" lastIdx="5" clrIdx="1"/>
  <p:cmAuthor id="350" name="未知的使用者182" initials="未" lastIdx="1" clrIdx="1"/>
  <p:cmAuthor id="351" name="未知的使用者173" initials="未" lastIdx="1" clrIdx="0"/>
  <p:cmAuthor id="352" name="針對所選的門市進行小範圍實驗，捕捉驅動績效的關鍵影響因子" initials="針" lastIdx="1" clrIdx="0"/>
  <p:cmAuthor id="353" name="未知的使用者203" initials="未" lastIdx="1" clrIdx="0"/>
  <p:cmAuthor id="354" name="未知的使用者114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未知的使用者227" initials="未" lastIdx="2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用户113" initials="未知用户113" lastIdx="8" clrIdx="0"/>
  <p:cmAuthor id="377" name="未知的使用者149" initials="未" lastIdx="8" clrIdx="0"/>
  <p:cmAuthor id="378" name="未知的使用者150" initials="未" lastIdx="1" clrIdx="0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9" name="Yoyo Wu" initials="Y" lastIdx="2" clrIdx="0"/>
  <p:cmAuthor id="390" name="zhangbin" initials="z" lastIdx="6" clrIdx="0"/>
  <p:cmAuthor id="391" name="单 善" initials="单" lastIdx="1" clrIdx="85"/>
  <p:cmAuthor id="392" name="Unknown User25" initials="U" lastIdx="1" clrIdx="0"/>
  <p:cmAuthor id="393" name="Unknown User26" initials="U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Unknown User24" initials="U" lastIdx="1" clrIdx="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0" name="未知用户70" initials="未" lastIdx="1" clrIdx="1"/>
  <p:cmAuthor id="421" name="未知的使用者239" initials="" lastIdx="43" clrIdx="1"/>
  <p:cmAuthor id="422" name="未知的使用者136" initials="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8" name="未知的使用者163" initials="未" lastIdx="1" clrIdx="0"/>
  <p:cmAuthor id="439" name="未知的使用者165" initials="未" lastIdx="1" clrIdx="0"/>
  <p:cmAuthor id="440" name="未知的使用者158" initials="未" lastIdx="1" clrIdx="0"/>
  <p:cmAuthor id="441" name="未知的使用者166" initials="未" lastIdx="8" clrIdx="0"/>
  <p:cmAuthor id="442" name="未知的使用者167" initials="未" lastIdx="0" clrIdx="1"/>
  <p:cmAuthor id="443" name="未知的使用者159" initials="未" lastIdx="1" clrIdx="1"/>
  <p:cmAuthor id="444" name="未知的使用者160" initials="未" lastIdx="1" clrIdx="0"/>
  <p:cmAuthor id="445" name="未知的使用者168" initials="未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5" name="未知的使用者1" initials="未" lastIdx="1" clrIdx="0"/>
  <p:cmAuthor id="527" name="未知的使用者217" initials="未" lastIdx="1" clrIdx="1"/>
  <p:cmAuthor id="528" name="Charley" initials="C" lastIdx="1" clrIdx="0"/>
  <p:cmAuthor id="529" name="lilan" initials="l" lastIdx="1" clrIdx="0"/>
  <p:cmAuthor id="531" name="Unknown User48" initials="U" lastIdx="8" clrIdx="0"/>
  <p:cmAuthor id="533" name="hmwang" initials="dsc" lastIdx="2" clrIdx="532"/>
  <p:cmAuthor id="534" name="未知的使用者204" initials="未" lastIdx="1" clrIdx="0"/>
  <p:cmAuthor id="535" name="Unknown User50" initials="U" lastIdx="1" clrIdx="0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1" name="未知的使用者234" initials="未" lastIdx="10" clrIdx="0"/>
  <p:cmAuthor id="542" name="未知的使用者137" initials="未" lastIdx="1" clrIdx="0"/>
  <p:cmAuthor id="545" name="dell" initials="d" lastIdx="1" clrIdx="544"/>
  <p:cmAuthor id="548" name="未知的使用者238" initials="未" lastIdx="2" clrIdx="0"/>
  <p:cmAuthor id="551" name="未知用户280" initials="未" lastIdx="5" clrIdx="2"/>
  <p:cmAuthor id="553" name="刘晖" initials="刘" lastIdx="1" clrIdx="0"/>
  <p:cmAuthor id="554" name="未知用户190" initials="未" lastIdx="1" clrIdx="1"/>
  <p:cmAuthor id="557" name="Xia Ting" initials="X" lastIdx="1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3" name=" " initials="" lastIdx="6" clrIdx="85"/>
  <p:cmAuthor id="564" name="不明使用者57" initials="不" lastIdx="1" clrIdx="0"/>
  <p:cmAuthor id="565" name="未知的使用者139" initials="未" lastIdx="1" clrIdx="0"/>
  <p:cmAuthor id="566" name="未知的使用者140" initials="未" lastIdx="1" clrIdx="1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09" name="未知的使用者202" initials="未" lastIdx="0" clrIdx="1"/>
  <p:cmAuthor id="610" name="未知用户215" initials="未" lastIdx="1" clrIdx="0"/>
  <p:cmAuthor id="611" name="未知用户216" initials="未" lastIdx="1" clrIdx="0"/>
  <p:cmAuthor id="612" name="未知的使用者19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2" name="未知的使用者197" initials="未" lastIdx="8" clrIdx="0"/>
  <p:cmAuthor id="633" name="Carol Kelly" initials="C" lastIdx="1" clrIdx="0"/>
  <p:cmAuthor id="634" name="未知的使用者205" initials="未" lastIdx="0" clrIdx="1"/>
  <p:cmAuthor id="635" name="未知的使用者200" initials="未" lastIdx="1" clrIdx="0"/>
  <p:cmAuthor id="636" name="Unknown User58" initials="U" lastIdx="1" clrIdx="0"/>
  <p:cmAuthor id="637" name="Unknown User55" initials="U" lastIdx="1" clrIdx="1"/>
  <p:cmAuthor id="638" name="未知的使用者195" initials="未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4" name="孟连磊" initials="孟" lastIdx="1" clrIdx="0"/>
  <p:cmAuthor id="676" name="未知的使用者177" initials="未" lastIdx="8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700" name="soling" initials="s" lastIdx="1" clrIdx="2"/>
  <p:cmAuthor id="701" name="李 骁" initials="李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821" name="風輕 雲淡" initials="風輕" lastIdx="1" clrIdx="511"/>
  <p:cmAuthor id="659" name="未知用户303" initials="未" lastIdx="5" clrIdx="1"/>
  <p:cmAuthor id="685" name="俊晔 邱" initials="俊" lastIdx="1" clrIdx="87"/>
  <p:cmAuthor id="686" name="annie.gts@outlook.com" initials="a" lastIdx="2" clrIdx="0"/>
  <p:cmAuthor id="687" name="杨 升格" initials="杨" lastIdx="2" clrIdx="0"/>
  <p:cmAuthor id="693" name="lxm" initials="l" lastIdx="1" clrIdx="413"/>
  <p:cmAuthor id="699" name="未知用户277" initials="未" lastIdx="1" clrIdx="1"/>
  <p:cmAuthor id="703" name="未知的使用者96" initials="未" lastIdx="2" clrIdx="0"/>
  <p:cmAuthor id="715" name="未知用户319" initials="未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-1074" y="678"/>
      </p:cViewPr>
      <p:guideLst>
        <p:guide orient="horz" pos="1620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09A63D-B4B4-4DE2-A9F1-651C78827590}" type="datetimeFigureOut"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4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按一下以編輯母片文字樣式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TW" altLang="en-US" sz="1200" dirty="0"/>
            </a:fld>
            <a:endParaRPr lang="zh-TW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jpe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jpeg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jpeg"/><Relationship Id="rId3" Type="http://schemas.openxmlformats.org/officeDocument/2006/relationships/tags" Target="../tags/tag16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6" y="866"/>
            <a:ext cx="9140190" cy="51417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01015" y="960239"/>
            <a:ext cx="8139113" cy="1855699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r>
              <a:rPr lang="zh-TW" altLang="en-US" dirty="0"/>
              <a:t>按一下以編輯標題</a:t>
            </a:r>
            <a:endParaRPr lang="zh-TW" altLang="en-US" dirty="0"/>
          </a:p>
        </p:txBody>
      </p:sp>
      <p:pic>
        <p:nvPicPr>
          <p:cNvPr id="5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7560000" y="4928108"/>
            <a:ext cx="1437542" cy="98596"/>
          </a:xfrm>
          <a:prstGeom prst="rect">
            <a:avLst/>
          </a:prstGeom>
        </p:spPr>
      </p:pic>
      <p:pic>
        <p:nvPicPr>
          <p:cNvPr id="174" name="圖片 173" descr="鼎新logo_反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2424859" y="3725672"/>
            <a:ext cx="4320000" cy="297037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dirty="0"/>
              <a:t>按一下編輯單位名稱</a:t>
            </a:r>
            <a:endParaRPr lang="zh-TW" altLang="en-US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2424859" y="4468264"/>
            <a:ext cx="4320000" cy="291025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按一下編輯日期</a:t>
            </a:r>
            <a:endParaRPr lang="zh-TW" altLang="en-US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2424827" y="4036241"/>
            <a:ext cx="4320064" cy="344848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按一下編輯簡報人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140"/>
            <a:ext cx="83700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091"/>
            <a:ext cx="8370094" cy="351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pic>
        <p:nvPicPr>
          <p:cNvPr id="3" name="圖片 2" descr="內頁_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3" name="圖片 2" descr="內頁_藍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5" name="圖片 4" descr="內頁_藍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白底_雙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05000" y="1210274"/>
            <a:ext cx="3962432" cy="35104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05000" y="1606299"/>
            <a:ext cx="3962400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76813" y="1210274"/>
            <a:ext cx="3962432" cy="35104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15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606299"/>
            <a:ext cx="3962432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05000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6" y="628"/>
            <a:ext cx="9141143" cy="5142230"/>
          </a:xfrm>
          <a:prstGeom prst="rect">
            <a:avLst/>
          </a:prstGeom>
        </p:spPr>
      </p:pic>
      <p:pic>
        <p:nvPicPr>
          <p:cNvPr id="3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560000" y="4928108"/>
            <a:ext cx="1445305" cy="99072"/>
          </a:xfrm>
          <a:prstGeom prst="rect">
            <a:avLst/>
          </a:prstGeom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217"/>
            <a:ext cx="8100000" cy="1215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0748"/>
            <a:ext cx="8100000" cy="49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/>
          </a:p>
        </p:txBody>
      </p:sp>
      <p:pic>
        <p:nvPicPr>
          <p:cNvPr id="174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7886700" cy="540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140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7061835" y="4872514"/>
            <a:ext cx="2025000" cy="237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TW"/>
              <a:t>EasyFlow</a:t>
            </a:r>
            <a:r>
              <a:rPr lang="zh-TW" altLang="en-US"/>
              <a:t>電子簽核系統</a:t>
            </a:r>
            <a:br>
              <a:rPr lang="zh-TW" altLang="en-US"/>
            </a:br>
            <a:r>
              <a:rPr lang="zh-TW" altLang="en-US"/>
              <a:t>環境介紹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TW" altLang="en-US"/>
              <a:t>價值交付組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en-US" altLang="zh-TW"/>
              <a:t>2022/03/07</a:t>
            </a:r>
            <a:endParaRPr lang="en-US" alt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TW" altLang="en-US"/>
              <a:t>沈亞墨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群組 6"/>
          <p:cNvGrpSpPr/>
          <p:nvPr/>
        </p:nvGrpSpPr>
        <p:grpSpPr>
          <a:xfrm>
            <a:off x="1815465" y="1129030"/>
            <a:ext cx="5542598" cy="612656"/>
            <a:chOff x="3482" y="2370"/>
            <a:chExt cx="11638" cy="1286"/>
          </a:xfrm>
        </p:grpSpPr>
        <p:grpSp>
          <p:nvGrpSpPr>
            <p:cNvPr id="15" name="Group 23"/>
            <p:cNvGrpSpPr/>
            <p:nvPr userDrawn="1"/>
          </p:nvGrpSpPr>
          <p:grpSpPr bwMode="auto">
            <a:xfrm rot="0">
              <a:off x="3482" y="3498"/>
              <a:ext cx="11622" cy="116"/>
              <a:chOff x="0" y="2086"/>
              <a:chExt cx="6698" cy="1056"/>
            </a:xfrm>
          </p:grpSpPr>
          <p:sp>
            <p:nvSpPr>
              <p:cNvPr id="16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8" name="Group 220"/>
            <p:cNvGrpSpPr/>
            <p:nvPr userDrawn="1"/>
          </p:nvGrpSpPr>
          <p:grpSpPr bwMode="auto">
            <a:xfrm rot="0">
              <a:off x="3756" y="2370"/>
              <a:ext cx="3404" cy="1286"/>
              <a:chOff x="497" y="935"/>
              <a:chExt cx="1872" cy="746"/>
            </a:xfrm>
          </p:grpSpPr>
          <p:pic>
            <p:nvPicPr>
              <p:cNvPr id="19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1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2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3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4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字方塊 2"/>
            <p:cNvSpPr txBox="1"/>
            <p:nvPr/>
          </p:nvSpPr>
          <p:spPr>
            <a:xfrm>
              <a:off x="6690" y="2572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</a:rPr>
                <a:t>登入頁面說明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1815465" y="1969611"/>
            <a:ext cx="5542598" cy="612656"/>
            <a:chOff x="3482" y="4152"/>
            <a:chExt cx="11638" cy="1286"/>
          </a:xfrm>
        </p:grpSpPr>
        <p:grpSp>
          <p:nvGrpSpPr>
            <p:cNvPr id="353" name="Group 23"/>
            <p:cNvGrpSpPr/>
            <p:nvPr userDrawn="1"/>
          </p:nvGrpSpPr>
          <p:grpSpPr bwMode="auto">
            <a:xfrm rot="0">
              <a:off x="3482" y="5280"/>
              <a:ext cx="11622" cy="116"/>
              <a:chOff x="0" y="2086"/>
              <a:chExt cx="6698" cy="1056"/>
            </a:xfrm>
          </p:grpSpPr>
          <p:sp>
            <p:nvSpPr>
              <p:cNvPr id="354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5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56" name="Group 220"/>
            <p:cNvGrpSpPr/>
            <p:nvPr userDrawn="1"/>
          </p:nvGrpSpPr>
          <p:grpSpPr bwMode="auto">
            <a:xfrm rot="0">
              <a:off x="3756" y="4152"/>
              <a:ext cx="3404" cy="1286"/>
              <a:chOff x="497" y="935"/>
              <a:chExt cx="1872" cy="746"/>
            </a:xfrm>
          </p:grpSpPr>
          <p:pic>
            <p:nvPicPr>
              <p:cNvPr id="357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59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0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1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2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63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文字方塊 3"/>
            <p:cNvSpPr txBox="1"/>
            <p:nvPr/>
          </p:nvSpPr>
          <p:spPr>
            <a:xfrm>
              <a:off x="6690" y="4357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</a:rPr>
                <a:t>個人區</a:t>
              </a:r>
              <a:endParaRPr lang="zh-TW" altLang="en-US" sz="2400" b="1" spc="300">
                <a:solidFill>
                  <a:srgbClr val="41B6E7"/>
                </a:solidFill>
                <a:uFillTx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815465" y="2810193"/>
            <a:ext cx="5542598" cy="612656"/>
            <a:chOff x="3482" y="5925"/>
            <a:chExt cx="11638" cy="1286"/>
          </a:xfrm>
        </p:grpSpPr>
        <p:grpSp>
          <p:nvGrpSpPr>
            <p:cNvPr id="365" name="Group 23"/>
            <p:cNvGrpSpPr/>
            <p:nvPr userDrawn="1"/>
          </p:nvGrpSpPr>
          <p:grpSpPr bwMode="auto">
            <a:xfrm rot="0">
              <a:off x="3482" y="7053"/>
              <a:ext cx="11622" cy="116"/>
              <a:chOff x="0" y="2086"/>
              <a:chExt cx="6698" cy="1056"/>
            </a:xfrm>
          </p:grpSpPr>
          <p:sp>
            <p:nvSpPr>
              <p:cNvPr id="366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67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68" name="Group 220"/>
            <p:cNvGrpSpPr/>
            <p:nvPr userDrawn="1"/>
          </p:nvGrpSpPr>
          <p:grpSpPr bwMode="auto">
            <a:xfrm rot="0">
              <a:off x="3756" y="5925"/>
              <a:ext cx="3404" cy="1286"/>
              <a:chOff x="497" y="935"/>
              <a:chExt cx="1872" cy="746"/>
            </a:xfrm>
          </p:grpSpPr>
          <p:pic>
            <p:nvPicPr>
              <p:cNvPr id="369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0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71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72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73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74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75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文字方塊 4"/>
            <p:cNvSpPr txBox="1"/>
            <p:nvPr/>
          </p:nvSpPr>
          <p:spPr>
            <a:xfrm>
              <a:off x="6690" y="6127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</a:rPr>
                <a:t>表單追蹤處理區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登入方式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60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Calibri" panose="020F0502020204030204" pitchFamily="34" charset="0"/>
                <a:ea typeface="Microsoft YaHei" panose="020B0503020204020204" charset="-122"/>
                <a:cs typeface="Calibri" panose="020F0502020204030204" pitchFamily="34" charset="0"/>
                <a:sym typeface="+mn-ea"/>
              </a:rPr>
              <a:t>http://10.1.25.202/EFNET</a:t>
            </a:r>
            <a:endParaRPr kumimoji="1" lang="en-US" altLang="zh-TW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帳號：員工工號   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密碼：預設空白</a:t>
            </a:r>
            <a:endParaRPr lang="en-US" altLang="zh-TW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095" y="450215"/>
            <a:ext cx="6109970" cy="4631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畫面介紹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1.模組區 </a:t>
            </a:r>
            <a:r>
              <a:rPr kumimoji="1" lang="en-US" altLang="zh-TW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2</a:t>
            </a: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.個人區 3.表單追蹤處理區 4.工作區 5.系統資訊區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651000"/>
            <a:ext cx="7429500" cy="33445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5605" y="1924050"/>
            <a:ext cx="1080135" cy="21590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zh-TW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5130" y="3719830"/>
            <a:ext cx="1080135" cy="21590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TW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605" y="4502785"/>
            <a:ext cx="1080135" cy="21590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TW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740" y="2083435"/>
            <a:ext cx="6261100" cy="2635250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TW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85265" y="4840605"/>
            <a:ext cx="6261100" cy="230505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altLang="zh-TW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頁籤設定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系統可開啟多頁籤呈現畫面，若需關閉該頁籤，連點兩下或點選ⓧ即可</a:t>
            </a:r>
            <a:endParaRPr lang="zh-TW" altLang="en-US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243" name="Picture 9"/>
          <p:cNvPicPr>
            <a:picLocks noChangeAspect="1"/>
          </p:cNvPicPr>
          <p:nvPr/>
        </p:nvPicPr>
        <p:blipFill>
          <a:blip r:embed="rId1"/>
          <a:srcRect b="37839"/>
          <a:stretch>
            <a:fillRect/>
          </a:stretch>
        </p:blipFill>
        <p:spPr>
          <a:xfrm>
            <a:off x="537102" y="1483415"/>
            <a:ext cx="6678193" cy="124203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537210" y="1483360"/>
            <a:ext cx="4018915" cy="2241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6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45" y="2749006"/>
            <a:ext cx="5544520" cy="23364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個人區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個人使用系統之相關設定處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638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23" y="1581897"/>
            <a:ext cx="2380475" cy="275439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表單代理人設定作業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代理您簽核表單的人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您可以針對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不同的表單設定不同的代理人員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。例如:『請假單』由張三代理，『加班單』由李四代理。</a:t>
            </a: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代理人員設定時，必須指定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起始與截止的日期時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間。目前時間介於起始及截止時間內的設定，則視為有效的代理人員設定。</a:t>
            </a: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每一個使用者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只能設定及檢視自己的代理人員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設定。</a:t>
            </a: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當代理人員設定有效時，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原表單收件人及代理人會同時收到該表單</a:t>
            </a:r>
            <a:r>
              <a:rPr kumimoji="1" lang="zh-TW" altLang="en-US" sz="1200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，此時任何一位均可以簽核。系統會自動記錄簽核的人員是誰。</a:t>
            </a: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741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961" y="2585584"/>
            <a:ext cx="6530530" cy="24304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表單代理人設定作業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新增表單代理人設定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9458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08" y="1599968"/>
            <a:ext cx="6137555" cy="32652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Line 5"/>
          <p:cNvSpPr/>
          <p:nvPr/>
        </p:nvSpPr>
        <p:spPr>
          <a:xfrm>
            <a:off x="2037708" y="2630754"/>
            <a:ext cx="97172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表單代理人設定作業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修改或刪除表單代理人設定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2048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06" y="1512350"/>
            <a:ext cx="6197096" cy="313189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5" name="Line 5"/>
          <p:cNvSpPr/>
          <p:nvPr/>
        </p:nvSpPr>
        <p:spPr>
          <a:xfrm flipH="1">
            <a:off x="1429385" y="2315210"/>
            <a:ext cx="6985" cy="70231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修改個人資料/密碼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修改首頁介面、密碼、簽名圖檔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431925"/>
            <a:ext cx="8529955" cy="3556000"/>
          </a:xfrm>
          <a:prstGeom prst="rect">
            <a:avLst/>
          </a:prstGeom>
        </p:spPr>
      </p:pic>
      <p:graphicFrame>
        <p:nvGraphicFramePr>
          <p:cNvPr id="5" name="物件 4"/>
          <p:cNvGraphicFramePr/>
          <p:nvPr/>
        </p:nvGraphicFramePr>
        <p:xfrm>
          <a:off x="5249545" y="2564448"/>
          <a:ext cx="1728470" cy="1290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1727200" imgH="1289050" progId="Paint.Picture">
                  <p:embed/>
                </p:oleObj>
              </mc:Choice>
              <mc:Fallback>
                <p:oleObj name="" r:id="rId2" imgW="1727200" imgH="1289050" progId="Paint.Picture">
                  <p:embed/>
                  <p:pic>
                    <p:nvPicPr>
                      <p:cNvPr id="0" name="圖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49545" y="2564448"/>
                        <a:ext cx="1728470" cy="1290955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62000" y="3778250"/>
            <a:ext cx="3919855" cy="187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個人片語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簽核表單時，給予簽核意見可直接插入常用片語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22533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90" y="1497801"/>
            <a:ext cx="6264974" cy="12944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90" y="2792088"/>
            <a:ext cx="4537075" cy="246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721" y="3206535"/>
            <a:ext cx="2120874" cy="183626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弧形接點 8"/>
          <p:cNvCxnSpPr/>
          <p:nvPr/>
        </p:nvCxnSpPr>
        <p:spPr>
          <a:xfrm>
            <a:off x="3564008" y="3516755"/>
            <a:ext cx="377494" cy="161953"/>
          </a:xfrm>
          <a:prstGeom prst="curvedConnector3">
            <a:avLst>
              <a:gd name="adj1" fmla="val -4152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登入者建立與密碼變更作業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當使用者忘記密碼時，系統管理者可修改他人密碼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2355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7" y="1538082"/>
            <a:ext cx="6474561" cy="178386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表單追蹤處理區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pc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使用者可在此區查看與之相關的所有表單，其下包含七個資料匣，請見圖示及說明如下。</a:t>
            </a: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pc="0" noProof="0" dirty="0">
              <a:ln>
                <a:noFill/>
              </a:ln>
              <a:solidFill>
                <a:srgbClr val="002060"/>
              </a:solidFill>
              <a:effectLst/>
              <a:uLn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5765" y="1654175"/>
          <a:ext cx="8120380" cy="2748280"/>
        </p:xfrm>
        <a:graphic>
          <a:graphicData uri="http://schemas.openxmlformats.org/drawingml/2006/table">
            <a:tbl>
              <a:tblPr/>
              <a:tblGrid>
                <a:gridCol w="1518920"/>
                <a:gridCol w="1653540"/>
                <a:gridCol w="4947920"/>
              </a:tblGrid>
              <a:tr h="31940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500" b="1" kern="100" dirty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畫面圖示</a:t>
                      </a:r>
                      <a:endParaRPr lang="zh-TW" sz="1500" b="1" kern="100" dirty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500" b="1" kern="100" dirty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資料匣名稱</a:t>
                      </a:r>
                      <a:endParaRPr lang="zh-TW" sz="1500" b="1" kern="100" dirty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500" b="1" kern="100" dirty="0">
                          <a:solidFill>
                            <a:srgbClr val="0000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說明</a:t>
                      </a:r>
                      <a:endParaRPr lang="zh-TW" sz="1500" b="1" kern="100" dirty="0">
                        <a:solidFill>
                          <a:srgbClr val="0000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435">
                <a:tc rowSpan="7"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endParaRPr lang="en-US" sz="1500" b="1" kern="100" dirty="0">
                        <a:solidFill>
                          <a:srgbClr val="00206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收件資料匣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使用者需簽核的表單存取處</a:t>
                      </a:r>
                      <a:endParaRPr lang="zh-TW" sz="1500" b="0" kern="10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55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通知資料匣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通知使用者事項的表單存取處 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755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原稿資料匣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使用者</a:t>
                      </a:r>
                      <a:r>
                        <a:rPr lang="en-US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</a:t>
                      </a: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填表人</a:t>
                      </a:r>
                      <a:r>
                        <a:rPr 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)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送出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表單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放置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處，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填表人可此處查詢已送出的表單的簽核狀況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85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回函資料匣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填表人查詢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已</a:t>
                      </a: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結案表單之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回函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通知放置處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逐級通知資料匣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設定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結案通知或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逐級</a:t>
                      </a: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通知的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表單放</a:t>
                      </a:r>
                      <a:r>
                        <a:rPr lang="zh-TW" alt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置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處</a:t>
                      </a:r>
                      <a:r>
                        <a:rPr lang="en-US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 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10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轉寄資料匣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來自</a:t>
                      </a:r>
                      <a:r>
                        <a:rPr lang="zh-TW" sz="1500" b="0" kern="100" dirty="0" smtClean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其他使用者</a:t>
                      </a: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轉寄的表單存放處  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55">
                <a:tc vMerge="1">
                  <a:tcPr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C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Times New Roman" panose="02020603050405020304"/>
                        </a:rPr>
                        <a:t>草稿資料匣</a:t>
                      </a:r>
                      <a:endParaRPr lang="zh-TW" sz="1500" b="0" kern="100" dirty="0">
                        <a:solidFill>
                          <a:srgbClr val="C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Times New Roman" panose="02020603050405020304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存放未填寫完成的草稿表單</a:t>
                      </a:r>
                      <a:r>
                        <a:rPr lang="en-US" sz="1500" b="0" kern="100" dirty="0">
                          <a:solidFill>
                            <a:srgbClr val="00206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 </a:t>
                      </a:r>
                      <a:endParaRPr lang="zh-TW" sz="1500" b="0" kern="100" dirty="0">
                        <a:solidFill>
                          <a:srgbClr val="00206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43131" marR="431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612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0" y="2037029"/>
            <a:ext cx="1317062" cy="14587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TW"/>
              <a:t>Q&amp;A</a:t>
            </a:r>
            <a:endParaRPr lang="en-US" altLang="zh-TW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WPS Presentation</Application>
  <PresentationFormat>如螢幕大小 (4:3)</PresentationFormat>
  <Paragraphs>143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新細明體</vt:lpstr>
      <vt:lpstr>Wingdings</vt:lpstr>
      <vt:lpstr>新細明體</vt:lpstr>
      <vt:lpstr>+標題中文字型</vt:lpstr>
      <vt:lpstr>Segoe Print</vt:lpstr>
      <vt:lpstr>Calibri</vt:lpstr>
      <vt:lpstr>微軟正黑體</vt:lpstr>
      <vt:lpstr>Microsoft YaHei</vt:lpstr>
      <vt:lpstr>Times New Roman</vt:lpstr>
      <vt:lpstr>標楷體</vt:lpstr>
      <vt:lpstr>SimSun</vt:lpstr>
      <vt:lpstr>Arial Unicode MS</vt:lpstr>
      <vt:lpstr>Office 佈景主題​​</vt:lpstr>
      <vt:lpstr>Paint.Picture</vt:lpstr>
      <vt:lpstr>EasyFlow電子簽核系統 環境介紹</vt:lpstr>
      <vt:lpstr>PowerPoint 演示文稿</vt:lpstr>
      <vt:lpstr>登入方式</vt:lpstr>
      <vt:lpstr>畫面介紹</vt:lpstr>
      <vt:lpstr>頁籤設定</vt:lpstr>
      <vt:lpstr>個人區</vt:lpstr>
      <vt:lpstr>表單代理人設定作業</vt:lpstr>
      <vt:lpstr>表單代理人設定作業</vt:lpstr>
      <vt:lpstr>表單代理人設定作業</vt:lpstr>
      <vt:lpstr>修改個人資料/密碼</vt:lpstr>
      <vt:lpstr>個人片語</vt:lpstr>
      <vt:lpstr>登入者建立與密碼變更作業</vt:lpstr>
      <vt:lpstr>表單追蹤處理區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eve</dc:creator>
  <cp:lastModifiedBy>Asus</cp:lastModifiedBy>
  <cp:revision>81</cp:revision>
  <dcterms:created xsi:type="dcterms:W3CDTF">2011-03-01T07:14:00Z</dcterms:created>
  <dcterms:modified xsi:type="dcterms:W3CDTF">2022-07-06T15:51:37Z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