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3"/>
  </p:sldMasterIdLst>
  <p:notesMasterIdLst>
    <p:notesMasterId r:id="rId23"/>
  </p:notesMasterIdLst>
  <p:handoutMasterIdLst>
    <p:handoutMasterId r:id="rId24"/>
  </p:handoutMasterIdLst>
  <p:sldIdLst>
    <p:sldId id="622" r:id="rId4"/>
    <p:sldId id="817" r:id="rId5"/>
    <p:sldId id="818" r:id="rId6"/>
    <p:sldId id="668" r:id="rId7"/>
    <p:sldId id="718" r:id="rId8"/>
    <p:sldId id="815" r:id="rId9"/>
    <p:sldId id="819" r:id="rId10"/>
    <p:sldId id="820" r:id="rId11"/>
    <p:sldId id="821" r:id="rId12"/>
    <p:sldId id="822" r:id="rId13"/>
    <p:sldId id="823" r:id="rId14"/>
    <p:sldId id="828" r:id="rId15"/>
    <p:sldId id="824" r:id="rId16"/>
    <p:sldId id="825" r:id="rId17"/>
    <p:sldId id="826" r:id="rId18"/>
    <p:sldId id="827" r:id="rId19"/>
    <p:sldId id="829" r:id="rId20"/>
    <p:sldId id="835" r:id="rId21"/>
    <p:sldId id="676" r:id="rId22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515"/>
    <a:srgbClr val="2B91AF"/>
    <a:srgbClr val="008000"/>
    <a:srgbClr val="FF7C80"/>
    <a:srgbClr val="3C8C93"/>
    <a:srgbClr val="E2F1F2"/>
    <a:srgbClr val="D1DCEE"/>
    <a:srgbClr val="D0EAEC"/>
    <a:srgbClr val="C9E7E9"/>
    <a:srgbClr val="E7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29" autoAdjust="0"/>
    <p:restoredTop sz="92580" autoAdjust="0"/>
  </p:normalViewPr>
  <p:slideViewPr>
    <p:cSldViewPr>
      <p:cViewPr>
        <p:scale>
          <a:sx n="80" d="100"/>
          <a:sy n="80" d="100"/>
        </p:scale>
        <p:origin x="-1290" y="-150"/>
      </p:cViewPr>
      <p:guideLst>
        <p:guide orient="horz" pos="2160"/>
        <p:guide pos="2894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AE88FF1-2C18-4A0E-91AD-C74148E4C1C5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9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357298"/>
            <a:ext cx="6192688" cy="1569660"/>
          </a:xfrm>
        </p:spPr>
        <p:txBody>
          <a:bodyPr/>
          <a:lstStyle/>
          <a:p>
            <a:br>
              <a:rPr lang="en-US" altLang="zh-TW" dirty="0" smtClean="0"/>
            </a:b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800" dirty="0" smtClean="0"/>
              <a:t>黃語潔</a:t>
            </a:r>
            <a:endParaRPr lang="zh-TW" altLang="en-US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2857488" y="2000240"/>
            <a:ext cx="6149975" cy="21786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600" dirty="0" smtClean="0">
                <a:latin typeface="微軟正黑體" pitchFamily="34" charset="-120"/>
                <a:ea typeface="微軟正黑體" pitchFamily="34" charset="-120"/>
              </a:rPr>
              <a:t>正式機</a:t>
            </a:r>
            <a:r>
              <a:rPr lang="en-US" altLang="zh-TW" sz="6600" dirty="0" smtClean="0">
                <a:latin typeface="微軟正黑體" pitchFamily="34" charset="-120"/>
                <a:ea typeface="微軟正黑體" pitchFamily="34" charset="-120"/>
              </a:rPr>
              <a:t>DB</a:t>
            </a:r>
            <a:endParaRPr lang="en-US" altLang="zh-TW" sz="6600" dirty="0" smtClean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600" dirty="0" smtClean="0">
                <a:latin typeface="微軟正黑體" pitchFamily="34" charset="-120"/>
                <a:ea typeface="微軟正黑體" pitchFamily="34" charset="-120"/>
              </a:rPr>
              <a:t>   還原測試機</a:t>
            </a:r>
            <a:r>
              <a:rPr lang="en-US" altLang="zh-TW" sz="6600" dirty="0" smtClean="0">
                <a:latin typeface="微軟正黑體" pitchFamily="34" charset="-120"/>
                <a:ea typeface="微軟正黑體" pitchFamily="34" charset="-120"/>
              </a:rPr>
              <a:t>DB</a:t>
            </a:r>
            <a:endParaRPr lang="en-US" altLang="zh-TW" sz="6600" dirty="0" smtClean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6219190" cy="464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系統參數設定、文件主機位置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注意事項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pPr marL="457200" indent="-457200">
              <a:buClrTx/>
              <a:buFont typeface="Wingdings" charset="0"/>
              <a:buChar char="l"/>
            </a:pPr>
            <a:r>
              <a:rPr lang="zh-TW" altLang="en-US" sz="2800">
                <a:solidFill>
                  <a:schemeClr val="tx1"/>
                </a:solidFill>
              </a:rPr>
              <a:t>若有</a:t>
            </a:r>
            <a:r>
              <a:rPr lang="en-US" altLang="zh-TW" sz="2800">
                <a:solidFill>
                  <a:schemeClr val="tx1"/>
                </a:solidFill>
              </a:rPr>
              <a:t>ESS</a:t>
            </a:r>
            <a:r>
              <a:rPr lang="zh-TW" altLang="en-US" sz="2800">
                <a:solidFill>
                  <a:schemeClr val="tx1"/>
                </a:solidFill>
              </a:rPr>
              <a:t>表單，但測試區的</a:t>
            </a:r>
            <a:r>
              <a:rPr lang="en-US" altLang="zh-TW" sz="2800">
                <a:solidFill>
                  <a:schemeClr val="tx1"/>
                </a:solidFill>
              </a:rPr>
              <a:t>ESS</a:t>
            </a:r>
            <a:r>
              <a:rPr lang="zh-TW" altLang="en-US" sz="2800">
                <a:solidFill>
                  <a:schemeClr val="tx1"/>
                </a:solidFill>
              </a:rPr>
              <a:t>表單資料較舊，還原正式區</a:t>
            </a:r>
            <a:r>
              <a:rPr lang="en-US" altLang="zh-TW" sz="2800">
                <a:solidFill>
                  <a:schemeClr val="tx1"/>
                </a:solidFill>
              </a:rPr>
              <a:t>DB</a:t>
            </a:r>
            <a:r>
              <a:rPr lang="zh-TW" altLang="en-US" sz="2800">
                <a:solidFill>
                  <a:schemeClr val="tx1"/>
                </a:solidFill>
              </a:rPr>
              <a:t>後，因</a:t>
            </a:r>
            <a:r>
              <a:rPr lang="en-US" altLang="zh-TW" sz="2800">
                <a:solidFill>
                  <a:schemeClr val="tx1"/>
                </a:solidFill>
              </a:rPr>
              <a:t>ESS</a:t>
            </a:r>
            <a:r>
              <a:rPr lang="zh-TW" altLang="en-US" sz="2800">
                <a:solidFill>
                  <a:schemeClr val="tx1"/>
                </a:solidFill>
              </a:rPr>
              <a:t>表單不是存在</a:t>
            </a:r>
            <a:r>
              <a:rPr lang="en-US" altLang="zh-TW" sz="2800">
                <a:solidFill>
                  <a:schemeClr val="tx1"/>
                </a:solidFill>
              </a:rPr>
              <a:t>EFNETDB</a:t>
            </a:r>
            <a:r>
              <a:rPr lang="zh-TW" altLang="en-US" sz="2800">
                <a:solidFill>
                  <a:schemeClr val="tx1"/>
                </a:solidFill>
              </a:rPr>
              <a:t>裡，可能會找不到</a:t>
            </a:r>
            <a:r>
              <a:rPr lang="en-US" altLang="zh-TW" sz="2800">
                <a:solidFill>
                  <a:schemeClr val="tx1"/>
                </a:solidFill>
              </a:rPr>
              <a:t>ESS</a:t>
            </a:r>
            <a:r>
              <a:rPr lang="zh-TW" altLang="en-US" sz="2800">
                <a:solidFill>
                  <a:schemeClr val="tx1"/>
                </a:solidFill>
              </a:rPr>
              <a:t>表單資料，</a:t>
            </a:r>
            <a:br>
              <a:rPr lang="zh-TW" altLang="en-US" sz="2800">
                <a:solidFill>
                  <a:schemeClr val="tx1"/>
                </a:solidFill>
              </a:rPr>
            </a:br>
            <a:r>
              <a:rPr lang="zh-TW" altLang="en-US" sz="2800">
                <a:solidFill>
                  <a:schemeClr val="tx1"/>
                </a:solidFill>
              </a:rPr>
              <a:t>若須測試</a:t>
            </a:r>
            <a:r>
              <a:rPr lang="en-US" altLang="zh-TW" sz="2800">
                <a:solidFill>
                  <a:schemeClr val="tx1"/>
                </a:solidFill>
              </a:rPr>
              <a:t>ESS</a:t>
            </a:r>
            <a:r>
              <a:rPr lang="zh-TW" altLang="en-US" sz="2800">
                <a:solidFill>
                  <a:schemeClr val="tx1"/>
                </a:solidFill>
              </a:rPr>
              <a:t>表單卻無單據，則需再還原測試區</a:t>
            </a:r>
            <a:r>
              <a:rPr lang="en-US" altLang="zh-TW" sz="2800">
                <a:solidFill>
                  <a:schemeClr val="tx1"/>
                </a:solidFill>
              </a:rPr>
              <a:t>DB</a:t>
            </a:r>
            <a:endParaRPr lang="en-US" altLang="zh-TW" sz="2800">
              <a:solidFill>
                <a:schemeClr val="tx1"/>
              </a:solidFill>
            </a:endParaRPr>
          </a:p>
          <a:p>
            <a:pPr marL="457200" indent="-457200">
              <a:buClrTx/>
              <a:buFont typeface="Wingdings" charset="0"/>
              <a:buChar char="l"/>
            </a:pPr>
            <a:r>
              <a:rPr lang="zh-TW" altLang="en-US" sz="2800">
                <a:solidFill>
                  <a:schemeClr val="tx1"/>
                </a:solidFill>
              </a:rPr>
              <a:t>確認</a:t>
            </a:r>
            <a:r>
              <a:rPr lang="en-US" altLang="zh-TW" sz="2800">
                <a:solidFill>
                  <a:schemeClr val="tx1"/>
                </a:solidFill>
              </a:rPr>
              <a:t>EasyFlow</a:t>
            </a:r>
            <a:r>
              <a:rPr lang="zh-TW" altLang="en-US" sz="2800">
                <a:solidFill>
                  <a:schemeClr val="tx1"/>
                </a:solidFill>
              </a:rPr>
              <a:t>、</a:t>
            </a:r>
            <a:r>
              <a:rPr lang="en-US" altLang="zh-TW" sz="2800">
                <a:solidFill>
                  <a:schemeClr val="tx1"/>
                </a:solidFill>
              </a:rPr>
              <a:t>SQL</a:t>
            </a:r>
            <a:r>
              <a:rPr lang="zh-TW" altLang="en-US" sz="2800">
                <a:solidFill>
                  <a:schemeClr val="tx1"/>
                </a:solidFill>
              </a:rPr>
              <a:t>版本一致</a:t>
            </a:r>
            <a:endParaRPr lang="zh-TW" altLang="en-US" sz="28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5784850" cy="5156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系統參數設定、文件主機位置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備份</a:t>
            </a:r>
            <a:r>
              <a:rPr lang="en-US" altLang="zh-TW" dirty="0" smtClean="0">
                <a:sym typeface="+mn-ea"/>
              </a:rPr>
              <a:t>DB</a:t>
            </a:r>
            <a:endParaRPr lang="en-US" altLang="zh-TW"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olidFill>
                  <a:schemeClr val="tx1"/>
                </a:solidFill>
              </a:rPr>
              <a:t>將測試機及正式機的</a:t>
            </a:r>
            <a:r>
              <a:rPr lang="en-US" altLang="zh-TW" sz="2800">
                <a:solidFill>
                  <a:schemeClr val="tx1"/>
                </a:solidFill>
              </a:rPr>
              <a:t>EFNETDB</a:t>
            </a:r>
            <a:r>
              <a:rPr lang="zh-TW" altLang="en-US" sz="2800">
                <a:solidFill>
                  <a:schemeClr val="tx1"/>
                </a:solidFill>
              </a:rPr>
              <a:t>、</a:t>
            </a:r>
            <a:r>
              <a:rPr lang="en-US" altLang="zh-TW" sz="2800">
                <a:solidFill>
                  <a:schemeClr val="tx1"/>
                </a:solidFill>
              </a:rPr>
              <a:t>EFNETSYS</a:t>
            </a:r>
            <a:r>
              <a:rPr lang="zh-TW" altLang="en-US" sz="2800">
                <a:solidFill>
                  <a:schemeClr val="tx1"/>
                </a:solidFill>
              </a:rPr>
              <a:t>備份</a:t>
            </a:r>
            <a:endParaRPr lang="zh-TW" altLang="en-US" sz="2800">
              <a:solidFill>
                <a:schemeClr val="tx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204720"/>
            <a:ext cx="4119245" cy="443039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90" y="2204720"/>
            <a:ext cx="4486910" cy="462724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236460" y="4292600"/>
            <a:ext cx="774700" cy="40449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8028940" y="5445125"/>
            <a:ext cx="774700" cy="40449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060575"/>
            <a:ext cx="2647950" cy="451104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備份</a:t>
            </a:r>
            <a:r>
              <a:rPr lang="en-US" altLang="zh-TW" dirty="0" smtClean="0">
                <a:sym typeface="+mn-ea"/>
              </a:rPr>
              <a:t>DB</a:t>
            </a:r>
            <a:endParaRPr lang="en-US" altLang="zh-TW"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olidFill>
                  <a:schemeClr val="tx1"/>
                </a:solidFill>
              </a:rPr>
              <a:t>將測試機及正式機的</a:t>
            </a:r>
            <a:r>
              <a:rPr lang="en-US" altLang="zh-TW" sz="2800">
                <a:solidFill>
                  <a:schemeClr val="tx1"/>
                </a:solidFill>
              </a:rPr>
              <a:t>EFNETDB</a:t>
            </a:r>
            <a:r>
              <a:rPr lang="zh-TW" altLang="en-US" sz="2800">
                <a:solidFill>
                  <a:schemeClr val="tx1"/>
                </a:solidFill>
              </a:rPr>
              <a:t>、</a:t>
            </a:r>
            <a:r>
              <a:rPr lang="en-US" altLang="zh-TW" sz="2800">
                <a:solidFill>
                  <a:schemeClr val="tx1"/>
                </a:solidFill>
              </a:rPr>
              <a:t>EFNETSYS</a:t>
            </a:r>
            <a:r>
              <a:rPr lang="zh-TW" altLang="en-US" sz="2800">
                <a:solidFill>
                  <a:schemeClr val="tx1"/>
                </a:solidFill>
              </a:rPr>
              <a:t>備份</a:t>
            </a:r>
            <a:endParaRPr lang="zh-TW" altLang="en-US" sz="28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03985" y="5876925"/>
            <a:ext cx="1727835" cy="2882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20" y="2132330"/>
            <a:ext cx="2790190" cy="202374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145" y="2132330"/>
            <a:ext cx="3971925" cy="40957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390" y="3644900"/>
            <a:ext cx="4078605" cy="847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5915660" cy="5668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系統參數設定</a:t>
            </a: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還原資料庫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olidFill>
                  <a:schemeClr val="tx1"/>
                </a:solidFill>
              </a:rPr>
              <a:t>將正式機</a:t>
            </a:r>
            <a:r>
              <a:rPr lang="en-US" altLang="zh-TW" sz="2800">
                <a:solidFill>
                  <a:schemeClr val="tx1"/>
                </a:solidFill>
              </a:rPr>
              <a:t>DB</a:t>
            </a:r>
            <a:r>
              <a:rPr lang="zh-TW" altLang="en-US" sz="2800">
                <a:solidFill>
                  <a:schemeClr val="tx1"/>
                </a:solidFill>
              </a:rPr>
              <a:t>備份檔還原至測試機</a:t>
            </a:r>
            <a:r>
              <a:rPr lang="en-US" altLang="zh-TW" sz="2800">
                <a:solidFill>
                  <a:schemeClr val="tx1"/>
                </a:solidFill>
              </a:rPr>
              <a:t>DB</a:t>
            </a:r>
            <a:endParaRPr lang="zh-TW" altLang="en-US" sz="2800">
              <a:solidFill>
                <a:schemeClr val="tx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2276475"/>
            <a:ext cx="5114290" cy="4113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還原資料庫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將正式機</a:t>
            </a:r>
            <a:r>
              <a:rPr lang="en-US" altLang="zh-TW" sz="2800">
                <a:sym typeface="+mn-ea"/>
              </a:rPr>
              <a:t>DB</a:t>
            </a:r>
            <a:r>
              <a:rPr lang="zh-TW" altLang="en-US" sz="2800">
                <a:sym typeface="+mn-ea"/>
              </a:rPr>
              <a:t>備份檔還原至測試機</a:t>
            </a:r>
            <a:r>
              <a:rPr lang="en-US" altLang="zh-TW" sz="2800">
                <a:sym typeface="+mn-ea"/>
              </a:rPr>
              <a:t>DB</a:t>
            </a:r>
            <a:endParaRPr lang="zh-TW" altLang="en-US" sz="2800">
              <a:solidFill>
                <a:schemeClr val="tx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2204720"/>
            <a:ext cx="3968750" cy="410464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490" y="2204720"/>
            <a:ext cx="3960495" cy="4096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5836920" cy="5156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系統參數設定、文件主機位置</a:t>
            </a: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系統參數設定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因</a:t>
            </a:r>
            <a:r>
              <a:rPr lang="en-US" altLang="zh-TW" sz="2800">
                <a:sym typeface="+mn-ea"/>
              </a:rPr>
              <a:t>DB</a:t>
            </a:r>
            <a:r>
              <a:rPr lang="zh-TW" altLang="en-US" sz="2800">
                <a:sym typeface="+mn-ea"/>
              </a:rPr>
              <a:t>是正式區的，故整合參數設定皆為正式區</a:t>
            </a:r>
            <a:endParaRPr lang="zh-TW" altLang="en-US" sz="2800">
              <a:sym typeface="+mn-ea"/>
            </a:endParaRPr>
          </a:p>
          <a:p>
            <a:pPr marL="0" indent="0">
              <a:buNone/>
            </a:pPr>
            <a:r>
              <a:rPr lang="zh-TW" altLang="en-US" sz="2800">
                <a:sym typeface="+mn-ea"/>
              </a:rPr>
              <a:t>    須修改微測試區位置</a:t>
            </a:r>
            <a:endParaRPr lang="zh-TW" altLang="en-US" sz="2800">
              <a:sym typeface="+mn-ea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865" y="2708910"/>
            <a:ext cx="5142865" cy="388556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2708910"/>
            <a:ext cx="5085715" cy="1581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文件主機位置設定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文件主機須改為測試區</a:t>
            </a:r>
            <a:endParaRPr lang="zh-TW" altLang="en-US" sz="2800">
              <a:sym typeface="+mn-ea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2204720"/>
            <a:ext cx="7371715" cy="295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7950" y="1628775"/>
            <a:ext cx="5706745" cy="5156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系統參數設定</a:t>
            </a: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關閉測試區mail發送功能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在測試區的表單簽核並不需要發送郵件給使用者，故須關閉郵件發送功能</a:t>
            </a:r>
            <a:endParaRPr lang="zh-TW" altLang="en-US" sz="2800">
              <a:sym typeface="+mn-ea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040" y="2564765"/>
            <a:ext cx="6960235" cy="3226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5928360" cy="4132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系統參數設定、文件主機位置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比對測試機與正式機資料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endParaRPr kumimoji="0" lang="zh-TW" altLang="en-US" sz="2800" b="1" dirty="0" smtClean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重新註冊DSC.KEY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因還原</a:t>
            </a:r>
            <a:r>
              <a:rPr lang="en-US" altLang="zh-TW" sz="2800">
                <a:sym typeface="+mn-ea"/>
              </a:rPr>
              <a:t>DB</a:t>
            </a:r>
            <a:r>
              <a:rPr lang="zh-TW" altLang="en-US" sz="2800">
                <a:sym typeface="+mn-ea"/>
              </a:rPr>
              <a:t>，新的</a:t>
            </a:r>
            <a:r>
              <a:rPr lang="en-US" altLang="zh-TW" sz="2800">
                <a:sym typeface="+mn-ea"/>
              </a:rPr>
              <a:t>DB</a:t>
            </a:r>
            <a:r>
              <a:rPr lang="zh-TW" altLang="en-US" sz="2800">
                <a:sym typeface="+mn-ea"/>
              </a:rPr>
              <a:t>並無測試機的註冊序號資料，故須重新註冊</a:t>
            </a:r>
            <a:endParaRPr lang="zh-TW" altLang="en-US" sz="2800">
              <a:sym typeface="+mn-ea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2140" y="2708910"/>
            <a:ext cx="3983355" cy="396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TW" altLang="en-US" sz="2000"/>
              <a:t>D:\EasyFlow\Tools\RegTool</a:t>
            </a:r>
            <a:endParaRPr lang="zh-TW" altLang="en-US" sz="200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345" y="2708910"/>
            <a:ext cx="3152775" cy="35941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30" y="3212465"/>
            <a:ext cx="5695950" cy="328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lang="en-US" altLang="zh-TW" noProof="0" dirty="0">
                <a:ln>
                  <a:noFill/>
                </a:ln>
                <a:uLnTx/>
                <a:uFillTx/>
                <a:sym typeface="+mn-ea"/>
              </a:rPr>
              <a:t>Step</a:t>
            </a:r>
            <a:endParaRPr lang="en-US" altLang="zh-TW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109220" y="1628775"/>
            <a:ext cx="5928360" cy="4132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注意事項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備份測試機、正式機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DB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還原資料庫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系統參數設定、文件主機位置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關閉測試區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mail</a:t>
            </a: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發送功能</a:t>
            </a:r>
            <a:endParaRPr kumimoji="0" lang="zh-TW" altLang="en-US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重新註冊</a:t>
            </a:r>
            <a:r>
              <a:rPr kumimoji="0" lang="en-US" altLang="zh-TW" sz="28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sym typeface="+mn-ea"/>
              </a:rPr>
              <a:t>DSC.KEY</a:t>
            </a:r>
            <a:endParaRPr kumimoji="0" lang="en-US" altLang="zh-TW" sz="2800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  <a:sym typeface="+mn-ea"/>
            </a:endParaRPr>
          </a:p>
          <a:p>
            <a:pPr marL="742950" lvl="1" indent="-28575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比對測試機與正式機資料，</a:t>
            </a: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1" indent="0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kumimoji="0" lang="en-US" altLang="zh-TW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	</a:t>
            </a:r>
            <a:r>
              <a:rPr kumimoji="0" lang="zh-TW" altLang="en-US" sz="28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軟正黑體" pitchFamily="34" charset="-120"/>
                <a:ea typeface="微軟正黑體" pitchFamily="34" charset="-120"/>
              </a:rPr>
              <a:t>表單、管理程式位置</a:t>
            </a:r>
            <a:endParaRPr kumimoji="0" lang="zh-TW" altLang="en-US" sz="2800" b="1" dirty="0" smtClean="0">
              <a:solidFill>
                <a:schemeClr val="tx2">
                  <a:lumMod val="60000"/>
                  <a:lumOff val="40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1629728"/>
            <a:ext cx="8135938" cy="4751388"/>
          </a:xfrm>
          <a:prstGeom prst="rect">
            <a:avLst/>
          </a:prstGeom>
          <a:noFill/>
          <a:ln>
            <a:solidFill>
              <a:srgbClr val="CE342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圖片 10" descr="數位價值_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4118" y="5300980"/>
            <a:ext cx="3457575" cy="754063"/>
          </a:xfrm>
          <a:prstGeom prst="rect">
            <a:avLst/>
          </a:prstGeom>
          <a:noFill/>
          <a:ln w="9525">
            <a:noFill/>
            <a:miter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80720"/>
          </a:xfrm>
        </p:spPr>
        <p:txBody>
          <a:bodyPr/>
          <a:lstStyle/>
          <a:p>
            <a:r>
              <a:rPr dirty="0" smtClean="0">
                <a:sym typeface="+mn-ea"/>
              </a:rPr>
              <a:t>表單、管理程式位置</a:t>
            </a:r>
            <a:endParaRPr dirty="0" smtClean="0">
              <a:sym typeface="+mn-ea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內容版面配置區 2"/>
          <p:cNvSpPr/>
          <p:nvPr>
            <p:ph idx="1"/>
          </p:nvPr>
        </p:nvSpPr>
        <p:spPr/>
        <p:txBody>
          <a:bodyPr/>
          <a:p>
            <a:r>
              <a:rPr lang="zh-TW" altLang="en-US" sz="2800">
                <a:sym typeface="+mn-ea"/>
              </a:rPr>
              <a:t>表單位置</a:t>
            </a:r>
            <a:endParaRPr lang="zh-TW" altLang="en-US" sz="2800">
              <a:sym typeface="+mn-ea"/>
            </a:endParaRPr>
          </a:p>
          <a:p>
            <a:pPr marL="0" indent="0">
              <a:buNone/>
            </a:pPr>
            <a:r>
              <a:rPr lang="en-US" altLang="zh-TW" sz="2800">
                <a:sym typeface="+mn-ea"/>
              </a:rPr>
              <a:t>	D:\EasyFlow\EFNET\src\</a:t>
            </a:r>
            <a:r>
              <a:rPr lang="en-US" altLang="zh-TW" sz="2800" b="1">
                <a:solidFill>
                  <a:srgbClr val="FF0000"/>
                </a:solidFill>
                <a:sym typeface="+mn-ea"/>
              </a:rPr>
              <a:t>FRM</a:t>
            </a:r>
            <a:endParaRPr lang="en-US" altLang="zh-TW" sz="2800" b="1">
              <a:solidFill>
                <a:srgbClr val="FF0000"/>
              </a:solidFill>
              <a:sym typeface="+mn-ea"/>
            </a:endParaRPr>
          </a:p>
          <a:p>
            <a:r>
              <a:rPr lang="zh-TW" altLang="en-US" sz="2800">
                <a:sym typeface="+mn-ea"/>
              </a:rPr>
              <a:t>管理程式位置</a:t>
            </a:r>
            <a:endParaRPr lang="zh-TW" altLang="en-US" sz="2800">
              <a:sym typeface="+mn-ea"/>
            </a:endParaRPr>
          </a:p>
          <a:p>
            <a:pPr marL="0" indent="0">
              <a:buNone/>
            </a:pPr>
            <a:r>
              <a:rPr lang="en-US" altLang="zh-TW" sz="2800">
                <a:sym typeface="+mn-ea"/>
              </a:rPr>
              <a:t>	D:\EasyFlow\EFNET\src\</a:t>
            </a:r>
            <a:r>
              <a:rPr lang="en-US" altLang="zh-TW" sz="2800" b="1">
                <a:solidFill>
                  <a:srgbClr val="FF0000"/>
                </a:solidFill>
                <a:sym typeface="+mn-ea"/>
              </a:rPr>
              <a:t>PRM</a:t>
            </a:r>
            <a:endParaRPr lang="en-US" altLang="zh-TW" sz="2800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WPS Presentation</Application>
  <PresentationFormat>如螢幕大小 (4:3)</PresentationFormat>
  <Paragraphs>180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1" baseType="lpstr">
      <vt:lpstr>自訂設計</vt:lpstr>
      <vt:lpstr>Office 佈景主題</vt:lpstr>
      <vt:lpstr> </vt:lpstr>
      <vt:lpstr>Step</vt:lpstr>
      <vt:lpstr>注意事項</vt:lpstr>
      <vt:lpstr>Step</vt:lpstr>
      <vt:lpstr>備份DB</vt:lpstr>
      <vt:lpstr>備份DB</vt:lpstr>
      <vt:lpstr>Step</vt:lpstr>
      <vt:lpstr>還原資料庫</vt:lpstr>
      <vt:lpstr>還原資料庫</vt:lpstr>
      <vt:lpstr>Step</vt:lpstr>
      <vt:lpstr>系統參數設定</vt:lpstr>
      <vt:lpstr>文件主機位置設定</vt:lpstr>
      <vt:lpstr>Step</vt:lpstr>
      <vt:lpstr>關閉測試區mail發送功能</vt:lpstr>
      <vt:lpstr>Step</vt:lpstr>
      <vt:lpstr>重新註冊DSC.KEY</vt:lpstr>
      <vt:lpstr>Step</vt:lpstr>
      <vt:lpstr>表單、管理程式位置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1680</cp:revision>
  <dcterms:created xsi:type="dcterms:W3CDTF">2008-10-15T09:32:00Z</dcterms:created>
  <dcterms:modified xsi:type="dcterms:W3CDTF">2017-04-25T02:05:22Z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1028-10.8.0.5615</vt:lpwstr>
  </property>
</Properties>
</file>